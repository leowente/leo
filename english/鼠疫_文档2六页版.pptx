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3e328cf0a504812" /><Relationship Type="http://schemas.openxmlformats.org/officeDocument/2006/relationships/extended-properties" Target="/docProps/app.xml" Id="Rb8c8efaa9318452e" /><Relationship Type="http://schemas.openxmlformats.org/officeDocument/2006/relationships/officeDocument" Target="/ppt/presentation.xml" Id="R7cd1d7ea5d7f4b85" /></Relationships>
</file>

<file path=ppt/presentation.xml><?xml version="1.0" encoding="utf-8"?>
<p:presentation xmlns:p="http://schemas.openxmlformats.org/presentationml/2006/main">
  <p:sldMasterIdLst>
    <p:sldMasterId xmlns:r="http://schemas.openxmlformats.org/officeDocument/2006/relationships" id="2147483648" r:id="Rd45b3b9f0dc04646"/>
  </p:sldMasterIdLst>
  <p:notesMasterIdLst>
    <p:notesMasterId xmlns:r="http://schemas.openxmlformats.org/officeDocument/2006/relationships" r:id="Rbf6062060d1e4d43"/>
  </p:notesMasterIdLst>
  <p:sldIdLst>
    <p:sldId xmlns:r="http://schemas.openxmlformats.org/officeDocument/2006/relationships" id="256" r:id="Re66552ccf1af4256"/>
    <p:sldId xmlns:r="http://schemas.openxmlformats.org/officeDocument/2006/relationships" id="257" r:id="R1100435b7f064388"/>
    <p:sldId xmlns:r="http://schemas.openxmlformats.org/officeDocument/2006/relationships" id="258" r:id="R2c08f8c3b9eb4b6a"/>
    <p:sldId xmlns:r="http://schemas.openxmlformats.org/officeDocument/2006/relationships" id="259" r:id="Ra3dcf1182c844539"/>
    <p:sldId xmlns:r="http://schemas.openxmlformats.org/officeDocument/2006/relationships" id="260" r:id="R9dd310270d834564"/>
    <p:sldId xmlns:r="http://schemas.openxmlformats.org/officeDocument/2006/relationships" id="261" r:id="Rf4f7d933585346d1"/>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17d3a526daa14c51" /><Relationship Type="http://schemas.openxmlformats.org/officeDocument/2006/relationships/slideMaster" Target="/ppt/slideMasters/slideMaster1.xml" Id="Rd45b3b9f0dc04646" /><Relationship Type="http://schemas.openxmlformats.org/officeDocument/2006/relationships/notesMaster" Target="/ppt/notesMasters/notesMaster1.xml" Id="Rbf6062060d1e4d43" /><Relationship Type="http://schemas.openxmlformats.org/officeDocument/2006/relationships/presProps" Target="/ppt/presProps.xml" Id="Rb07538fbf8df402c" /><Relationship Type="http://schemas.openxmlformats.org/officeDocument/2006/relationships/viewProps" Target="/ppt/viewProps.xml" Id="Rf04712c890db4927" /><Relationship Type="http://schemas.openxmlformats.org/officeDocument/2006/relationships/tableStyles" Target="/ppt/tableStyles.xml" Id="R41f0e59a014b4b2c" /><Relationship Type="http://schemas.openxmlformats.org/officeDocument/2006/relationships/slide" Target="/ppt/slides/slide1.xml" Id="Re66552ccf1af4256" /><Relationship Type="http://schemas.openxmlformats.org/officeDocument/2006/relationships/slide" Target="/ppt/slides/slide2.xml" Id="R1100435b7f064388" /><Relationship Type="http://schemas.openxmlformats.org/officeDocument/2006/relationships/slide" Target="/ppt/slides/slide3.xml" Id="R2c08f8c3b9eb4b6a" /><Relationship Type="http://schemas.openxmlformats.org/officeDocument/2006/relationships/slide" Target="/ppt/slides/slide4.xml" Id="Ra3dcf1182c844539" /><Relationship Type="http://schemas.openxmlformats.org/officeDocument/2006/relationships/slide" Target="/ppt/slides/slide5.xml" Id="R9dd310270d834564" /><Relationship Type="http://schemas.openxmlformats.org/officeDocument/2006/relationships/slide" Target="/ppt/slides/slide6.xml" Id="Rf4f7d933585346d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9c18da1656d4f9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b8262190d704ac4" /><Relationship Type="http://schemas.openxmlformats.org/officeDocument/2006/relationships/notesMaster" Target="/ppt/notesMasters/notesMaster1.xml" Id="Re61c42d4bc4446e8" /></Relationships>
</file>

<file path=ppt/notesSlides/_rels/notesSlide2.xml.rels>&#65279;<?xml version="1.0" encoding="utf-8"?><Relationships xmlns="http://schemas.openxmlformats.org/package/2006/relationships"><Relationship Type="http://schemas.openxmlformats.org/officeDocument/2006/relationships/slide" Target="/ppt/slides/slide2.xml" Id="R759b733939154723" /><Relationship Type="http://schemas.openxmlformats.org/officeDocument/2006/relationships/notesMaster" Target="/ppt/notesMasters/notesMaster1.xml" Id="Rca1233996fe54121" /></Relationships>
</file>

<file path=ppt/notesSlides/_rels/notesSlide3.xml.rels>&#65279;<?xml version="1.0" encoding="utf-8"?><Relationships xmlns="http://schemas.openxmlformats.org/package/2006/relationships"><Relationship Type="http://schemas.openxmlformats.org/officeDocument/2006/relationships/slide" Target="/ppt/slides/slide3.xml" Id="Rc0d88d2406ee4c80" /><Relationship Type="http://schemas.openxmlformats.org/officeDocument/2006/relationships/notesMaster" Target="/ppt/notesMasters/notesMaster1.xml" Id="Rfbe8aa5242064817" /></Relationships>
</file>

<file path=ppt/notesSlides/_rels/notesSlide4.xml.rels>&#65279;<?xml version="1.0" encoding="utf-8"?><Relationships xmlns="http://schemas.openxmlformats.org/package/2006/relationships"><Relationship Type="http://schemas.openxmlformats.org/officeDocument/2006/relationships/slide" Target="/ppt/slides/slide4.xml" Id="Rc893f07151054b73" /><Relationship Type="http://schemas.openxmlformats.org/officeDocument/2006/relationships/notesMaster" Target="/ppt/notesMasters/notesMaster1.xml" Id="Re060a6d66ada424d" /></Relationships>
</file>

<file path=ppt/notesSlides/_rels/notesSlide5.xml.rels>&#65279;<?xml version="1.0" encoding="utf-8"?><Relationships xmlns="http://schemas.openxmlformats.org/package/2006/relationships"><Relationship Type="http://schemas.openxmlformats.org/officeDocument/2006/relationships/slide" Target="/ppt/slides/slide5.xml" Id="R18aab30718784112" /><Relationship Type="http://schemas.openxmlformats.org/officeDocument/2006/relationships/notesMaster" Target="/ppt/notesMasters/notesMaster1.xml" Id="Ra701890adc044c8f" /></Relationships>
</file>

<file path=ppt/notesSlides/_rels/notesSlide6.xml.rels>&#65279;<?xml version="1.0" encoding="utf-8"?><Relationships xmlns="http://schemas.openxmlformats.org/package/2006/relationships"><Relationship Type="http://schemas.openxmlformats.org/officeDocument/2006/relationships/slide" Target="/ppt/slides/slide6.xml" Id="R5cd92ff6a5d94d2b" /><Relationship Type="http://schemas.openxmlformats.org/officeDocument/2006/relationships/notesMaster" Target="/ppt/notesMasters/notesMaster1.xml" Id="R3d5b2b41994d4ba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A</a:t>
            </a:r>
            <a:endParaRPr/>
          </a:p>
          <a:p xmlns:a="http://schemas.openxmlformats.org/drawingml/2006/main">
            <a:r>
              <a:t/>
            </a:r>
            <a:endParaRPr/>
          </a:p>
          <a:p xmlns:a="http://schemas.openxmlformats.org/drawingml/2006/main">
            <a:r>
              <a:t>Good morning, dear teachers and classmates. I'm A. Today, my partner and I are going to talk about plague. Look at this picture. Isn't the mouse cute? Many of us see mice as small, harmless animals. However, some wild rodents and their fleas can carry a dangerous bacterium. That brings us to today's topic: plague. This does not mean that every mouse is infected. The picture is simply a way to introduce the disease.</a:t>
            </a:r>
            <a:endParaRPr/>
          </a:p>
          <a:p xmlns:a="http://schemas.openxmlformats.org/drawingml/2006/main">
            <a:r>
              <a:t/>
            </a:r>
            <a:endParaRPr/>
          </a:p>
          <a:p xmlns:a="http://schemas.openxmlformats.org/drawingml/2006/main">
            <a:r>
              <a:t>Plague is an infectious disease caused by a bacterium called Yersinia pestis. It caused the Black Death, a devastating pandemic in the fourteenth century. At that time, people did not understand bacteria and had no antibiotics. Today, plague still exists in some parts of the world, but modern medicine can treat it. The most important thing is to recognize possible infection and act quickly.</a:t>
            </a:r>
            <a:endParaRPr/>
          </a:p>
          <a:p xmlns:a="http://schemas.openxmlformats.org/drawingml/2006/main">
            <a:r>
              <a:t/>
            </a:r>
            <a:endParaRPr/>
          </a:p>
          <a:p xmlns:a="http://schemas.openxmlformats.org/drawingml/2006/main">
            <a:r>
              <a:t>Sources, checked 26 October 2026:</a:t>
            </a:r>
            <a:endParaRPr/>
          </a:p>
          <a:p xmlns:a="http://schemas.openxmlformats.org/drawingml/2006/main">
            <a:r>
              <a:t>https://www.cdc.gov/plague/index.html</a:t>
            </a:r>
            <a:endParaRPr/>
          </a:p>
          <a:p xmlns:a="http://schemas.openxmlformats.org/drawingml/2006/main">
            <a:r>
              <a:t>https://www.who.int/news-room/fact-sheets/detail/plague</a:t>
            </a:r>
            <a:endParaRPr/>
          </a:p>
          <a:p xmlns:a="http://schemas.openxmlformats.org/drawingml/2006/main">
            <a:r>
              <a:t>Photo: Matthew Mejia / Unsplash, https://unsplash.com/photos/JJWBBuiWwZY . Illustrative mouse photograph, no infection is implied.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A</a:t>
            </a:r>
            <a:endParaRPr/>
          </a:p>
          <a:p xmlns:a="http://schemas.openxmlformats.org/drawingml/2006/main">
            <a:r>
              <a:t/>
            </a:r>
            <a:endParaRPr/>
          </a:p>
          <a:p xmlns:a="http://schemas.openxmlformats.org/drawingml/2006/main">
            <a:r>
              <a:t>So, how does plague spread? One common route involves an infected animal, a flea, and a person. A flea feeds on an infected rodent and picks up the bacteria. If that flea then bites a person, it can pass the bacteria into the body. People can also become infected through unprotected contact with infected animal tissues or body fluids. There is another important route: a person with pneumonic plague can spread the bacteria through respiratory droplets during close contact. We will explain this form shortly. The risk depends on exposure, so we should follow local health advice rather than fear every animal we see.</a:t>
            </a:r>
            <a:endParaRPr/>
          </a:p>
          <a:p xmlns:a="http://schemas.openxmlformats.org/drawingml/2006/main">
            <a:r>
              <a:t/>
            </a:r>
            <a:endParaRPr/>
          </a:p>
          <a:p xmlns:a="http://schemas.openxmlformats.org/drawingml/2006/main">
            <a:r>
              <a:t>Sources, checked 26 October 2026:</a:t>
            </a:r>
            <a:endParaRPr/>
          </a:p>
          <a:p xmlns:a="http://schemas.openxmlformats.org/drawingml/2006/main">
            <a:r>
              <a:t>https://www.who.int/news-room/questions-and-answers/item/plague</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A</a:t>
            </a:r>
            <a:endParaRPr/>
          </a:p>
          <a:p xmlns:a="http://schemas.openxmlformats.org/drawingml/2006/main">
            <a:r>
              <a:t/>
            </a:r>
            <a:endParaRPr/>
          </a:p>
          <a:p xmlns:a="http://schemas.openxmlformats.org/drawingml/2006/main">
            <a:r>
              <a:t>What symptoms should we notice? Plague can begin with a sudden fever, chills, headache, and severe weakness. Other symptoms depend on the form of the disease. These signs do not prove that someone has plague, because many illnesses cause similar symptoms. However, if they follow a possible flea bite or contact with an infected animal, the person should seek medical attention immediately and tell the doctor about that exposure. Fortunately, antibiotics can treat plague. Starting treatment early can save lives, while a delay can still be deadly. People should not wait for the illness to become severe or try to treat themselves.</a:t>
            </a:r>
            <a:endParaRPr/>
          </a:p>
          <a:p xmlns:a="http://schemas.openxmlformats.org/drawingml/2006/main">
            <a:r>
              <a:t/>
            </a:r>
            <a:endParaRPr/>
          </a:p>
          <a:p xmlns:a="http://schemas.openxmlformats.org/drawingml/2006/main">
            <a:r>
              <a:t>Sources, checked 26 October 2026:</a:t>
            </a:r>
            <a:endParaRPr/>
          </a:p>
          <a:p xmlns:a="http://schemas.openxmlformats.org/drawingml/2006/main">
            <a:r>
              <a:t>https://www.who.int/news-room/fact-sheets/detail/plague</a:t>
            </a:r>
            <a:endParaRPr/>
          </a:p>
          <a:p xmlns:a="http://schemas.openxmlformats.org/drawingml/2006/main">
            <a:r>
              <a:t/>
            </a:r>
            <a:endParaRPr/>
          </a:p>
          <a:p xmlns:a="http://schemas.openxmlformats.org/drawingml/2006/main">
            <a:br/>
            <a:br/>
            <a:r>
              <a:t>Handoff: Now, my partner will explain the three forms of plague and how we can stay safe.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Thank you, A. Hello everyone, I'm B.</a:t>
            </a:r>
            <a:endParaRPr/>
          </a:p>
          <a:p xmlns:a="http://schemas.openxmlformats.org/drawingml/2006/main">
            <a:r>
              <a:t/>
            </a:r>
            <a:endParaRPr/>
          </a:p>
          <a:p xmlns:a="http://schemas.openxmlformats.org/drawingml/2006/main">
            <a:r>
              <a:t>Speaker B</a:t>
            </a:r>
            <a:endParaRPr/>
          </a:p>
          <a:p xmlns:a="http://schemas.openxmlformats.org/drawingml/2006/main">
            <a:r>
              <a:t/>
            </a:r>
            <a:endParaRPr/>
          </a:p>
          <a:p xmlns:a="http://schemas.openxmlformats.org/drawingml/2006/main">
            <a:r>
              <a:t>There are three main forms of plague. The first is bubonic plague, the most common form. It usually affects the lymph nodes, which become swollen and painful. The second is septicemic plague. It affects the bloodstream and can cause shock and serious bleeding. It may occur on its own or develop from another form. The third is pneumonic plague. It affects the lungs and can cause coughing, chest pain, and difficulty breathing. It can spread between people through respiratory droplets during close contact. These forms describe where the infection mainly affects the body. All of them need urgent medical treatment.</a:t>
            </a:r>
            <a:endParaRPr/>
          </a:p>
          <a:p xmlns:a="http://schemas.openxmlformats.org/drawingml/2006/main">
            <a:r>
              <a:t/>
            </a:r>
            <a:endParaRPr/>
          </a:p>
          <a:p xmlns:a="http://schemas.openxmlformats.org/drawingml/2006/main">
            <a:r>
              <a:t>Sources, checked 26 October 2026:</a:t>
            </a:r>
            <a:endParaRPr/>
          </a:p>
          <a:p xmlns:a="http://schemas.openxmlformats.org/drawingml/2006/main">
            <a:r>
              <a:t>https://www.cdc.gov/plague/signs-symptoms/</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B</a:t>
            </a:r>
            <a:endParaRPr/>
          </a:p>
          <a:p xmlns:a="http://schemas.openxmlformats.org/drawingml/2006/main">
            <a:r>
              <a:t/>
            </a:r>
            <a:endParaRPr/>
          </a:p>
          <a:p xmlns:a="http://schemas.openxmlformats.org/drawingml/2006/main">
            <a:r>
              <a:t>So prevention is very important. First, avoid handling sick or dead wild animals, especially rodents. Report them to the appropriate local service instead. Second, protect yourself from flea bites. When exposure is possible, wear suitable clothing and use an insect repellent according to its label. Third, keep fleas off pets with veterinary advice, and do not let pets roam freely in affected areas. Around the home, store food securely and remove rubbish or clutter that attracts rodents. General cleanliness is useful, but it cannot replace flea control and avoiding risky contact. After close contact with someone who has pneumonic plague, contact health professionals promptly for advice.</a:t>
            </a:r>
            <a:endParaRPr/>
          </a:p>
          <a:p xmlns:a="http://schemas.openxmlformats.org/drawingml/2006/main">
            <a:r>
              <a:t/>
            </a:r>
            <a:endParaRPr/>
          </a:p>
          <a:p xmlns:a="http://schemas.openxmlformats.org/drawingml/2006/main">
            <a:r>
              <a:t>Sources, checked 26 October 2026:</a:t>
            </a:r>
            <a:endParaRPr/>
          </a:p>
          <a:p xmlns:a="http://schemas.openxmlformats.org/drawingml/2006/main">
            <a:r>
              <a:t>https://www.cdc.gov/plague/prevention/index.html</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B</a:t>
            </a:r>
            <a:endParaRPr/>
          </a:p>
          <a:p xmlns:a="http://schemas.openxmlformats.org/drawingml/2006/main">
            <a:r>
              <a:t/>
            </a:r>
            <a:endParaRPr/>
          </a:p>
          <a:p xmlns:a="http://schemas.openxmlformats.org/drawingml/2006/main">
            <a:r>
              <a:t>The story of plague shows how much medical knowledge has changed. A disease that once caused enormous suffering can now be treated, especially when doctors act early. Our response should be based on facts, practical prevention, and respect for wildlife. We can protect ourselves by understanding how infection happens and knowing when to seek help. For example, if we find a dead wild rodent during a trip, we should leave it alone and report it. If we feel unwell after a possible exposure, we should describe the situation clearly to a doctor. Small decisions like these can make a real difference. Thank you for listening!</a:t>
            </a:r>
            <a:endParaRPr/>
          </a:p>
          <a:p xmlns:a="http://schemas.openxmlformats.org/drawingml/2006/main">
            <a:r>
              <a:t/>
            </a:r>
            <a:endParaRPr/>
          </a:p>
          <a:p xmlns:a="http://schemas.openxmlformats.org/drawingml/2006/main">
            <a:r>
              <a:t>Sources, checked 26 October 2026:</a:t>
            </a:r>
            <a:endParaRPr/>
          </a:p>
          <a:p xmlns:a="http://schemas.openxmlformats.org/drawingml/2006/main">
            <a:r>
              <a:t>https://www.who.int/news-room/fact-sheets/detail/plague</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db42cfaa1e348a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d71097ee40f4d1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1105557972c4a7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373c57c0ff0463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c85bb624b1c409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76131ab395e421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95B069D-15E6-4A60-9AD3-CC92E61053E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a:endParaRPr/>
          </a:p>
        </p:txBody>
      </p:sp>
      <p:sp>
        <p:nvSpPr>
          <p:cNvPr id="2" name="Subtitle">
            <a:extLst xmlns:a="http://schemas.openxmlformats.org/drawingml/2006/main">
              <a:ext uri="{FF2B5EF4-FFF2-40B4-BE49-F238E27FC236}">
                <a16:creationId xmlns:a16="http://schemas.microsoft.com/office/drawing/2014/main" id="{09B59999-08C6-4734-8DAB-B0B4C9EB792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a:endParaRPr/>
          </a:p>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E962002-493E-4653-B5E1-11221B2E917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a:endParaRPr/>
          </a:p>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0778D19-676D-4AB8-A1BB-85819FEC1CA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a:endParaRPr/>
          </a:p>
        </p:txBody>
      </p:sp>
      <p:sp>
        <p:nvSpPr>
          <p:cNvPr id="2" name="Body">
            <a:extLst xmlns:a="http://schemas.openxmlformats.org/drawingml/2006/main">
              <a:ext uri="{FF2B5EF4-FFF2-40B4-BE49-F238E27FC236}">
                <a16:creationId xmlns:a16="http://schemas.microsoft.com/office/drawing/2014/main" id="{DD776800-684A-499F-BBC4-446E4157BE1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a:endParaRPr/>
          </a:p>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EDD29E8-451E-4827-A190-35F4C19FDC2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81B9FB0F-C9EA-4EE7-80D3-EBBD1783DDA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a:endParaRPr/>
          </a:p>
        </p:txBody>
      </p:sp>
      <p:sp>
        <p:nvSpPr>
          <p:cNvPr id="3" name="Right column">
            <a:extLst xmlns:a="http://schemas.openxmlformats.org/drawingml/2006/main">
              <a:ext uri="{FF2B5EF4-FFF2-40B4-BE49-F238E27FC236}">
                <a16:creationId xmlns:a16="http://schemas.microsoft.com/office/drawing/2014/main" id="{BA41A40D-37BF-495D-9082-F81A60D365D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a:endParaRPr/>
          </a:p>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653E04D-582B-4013-90CC-CA6163EAF17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CFF9E503-1310-4E05-B8B2-FE38B338BD5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a:endParaRPr/>
          </a:p>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5c75e034cdb4f71" /><Relationship Type="http://schemas.openxmlformats.org/officeDocument/2006/relationships/slideLayout" Target="/ppt/slideLayouts/slideLayout1.xml" Id="Rb9a12dcebf874321" /><Relationship Type="http://schemas.openxmlformats.org/officeDocument/2006/relationships/slideLayout" Target="/ppt/slideLayouts/slideLayout2.xml" Id="Rb7af1b54606943ce" /><Relationship Type="http://schemas.openxmlformats.org/officeDocument/2006/relationships/slideLayout" Target="/ppt/slideLayouts/slideLayout3.xml" Id="R67f9b4a532a54dbb" /><Relationship Type="http://schemas.openxmlformats.org/officeDocument/2006/relationships/slideLayout" Target="/ppt/slideLayouts/slideLayout4.xml" Id="R279505399f5e413d" /><Relationship Type="http://schemas.openxmlformats.org/officeDocument/2006/relationships/slideLayout" Target="/ppt/slideLayouts/slideLayout5.xml" Id="R7f74cfd095d14c76" /><Relationship Type="http://schemas.openxmlformats.org/officeDocument/2006/relationships/slideLayout" Target="/ppt/slideLayouts/slideLayout6.xml" Id="R6d3d9334a246408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9a12dcebf874321"/>
    <p:sldLayoutId xmlns:r="http://schemas.openxmlformats.org/officeDocument/2006/relationships" id="2147483650" r:id="Rb7af1b54606943ce"/>
    <p:sldLayoutId xmlns:r="http://schemas.openxmlformats.org/officeDocument/2006/relationships" id="2147483651" r:id="R67f9b4a532a54dbb"/>
    <p:sldLayoutId xmlns:r="http://schemas.openxmlformats.org/officeDocument/2006/relationships" id="2147483652" r:id="R279505399f5e413d"/>
    <p:sldLayoutId xmlns:r="http://schemas.openxmlformats.org/officeDocument/2006/relationships" id="2147483653" r:id="R7f74cfd095d14c76"/>
    <p:sldLayoutId xmlns:r="http://schemas.openxmlformats.org/officeDocument/2006/relationships" id="2147483654" r:id="R6d3d9334a246408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9f3d5631a13498c" /><Relationship Type="http://schemas.openxmlformats.org/officeDocument/2006/relationships/image" Target="/ppt/media/image.jpeg" Id="Rb4403e2e92c3458a" /><Relationship Type="http://schemas.openxmlformats.org/officeDocument/2006/relationships/notesSlide" Target="/ppt/notesSlides/notesSlide1.xml" Id="Re28121d2d80844c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84d043998574e2c" /><Relationship Type="http://schemas.openxmlformats.org/officeDocument/2006/relationships/notesSlide" Target="/ppt/notesSlides/notesSlide2.xml" Id="R7f238f1d548a421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d1c115acc354da8" /><Relationship Type="http://schemas.openxmlformats.org/officeDocument/2006/relationships/notesSlide" Target="/ppt/notesSlides/notesSlide3.xml" Id="Rbec4f4be7e25404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18d7f1219624ead" /><Relationship Type="http://schemas.openxmlformats.org/officeDocument/2006/relationships/notesSlide" Target="/ppt/notesSlides/notesSlide4.xml" Id="R42a7cd9f887942a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33908aa2e8b4e09" /><Relationship Type="http://schemas.openxmlformats.org/officeDocument/2006/relationships/notesSlide" Target="/ppt/notesSlides/notesSlide5.xml" Id="R95f35b755d5942a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7159c95f6b44aba" /><Relationship Type="http://schemas.openxmlformats.org/officeDocument/2006/relationships/notesSlide" Target="/ppt/notesSlides/notesSlide6.xml" Id="R8c8e359541d548b1" /></Relationships>
</file>

<file path=ppt/slides/slide1.xml><?xml version="1.0" encoding="utf-8"?>
<p:sld xmlns:p="http://schemas.openxmlformats.org/presentationml/2006/main">
  <p:cSld>
    <p:bg>
      <p:bgPr>
        <a:solidFill xmlns:a="http://schemas.openxmlformats.org/drawingml/2006/main">
          <a:srgbClr val="F6F7F7"/>
        </a:solidFill>
      </p:bgPr>
    </p:bg>
    <p:spTree>
      <p:nvGrpSpPr>
        <p:cNvPr id="1" name=""/>
        <p:cNvGrpSpPr/>
        <p:nvPr/>
      </p:nvGrpSpPr>
      <p:grpSpPr>
        <a:xfrm xmlns:a="http://schemas.openxmlformats.org/drawingml/2006/main"/>
      </p:grpSpPr>
      <p:sp>
        <p:nvSpPr>
          <p:cNvPr id="15" name="矩形 14">
            <a:extLst xmlns:a="http://schemas.openxmlformats.org/drawingml/2006/main">
              <a:ext uri="{FF2B5EF4-FFF2-40B4-BE49-F238E27FC236}">
                <a16:creationId xmlns:a16="http://schemas.microsoft.com/office/drawing/2014/main" id="{A414741C-157A-41BA-AC45-929DFC901368}"/>
              </a:ext>
            </a:extLst>
          </p:cNvPr>
          <p:cNvSpPr>
            <a:spLocks xmlns:a="http://schemas.openxmlformats.org/drawingml/2006/main" noGrp="1"/>
          </p:cNvSpPr>
          <p:nvPr/>
        </p:nvSpPr>
        <p:spPr>
          <a:xfrm xmlns:a="http://schemas.openxmlformats.org/drawingml/2006/main">
            <a:off x="628650" y="400050"/>
            <a:ext cx="428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825" b="1">
                <a:solidFill>
                  <a:srgbClr val="66717B"/>
                </a:solidFill>
                <a:latin typeface="Arial"/>
                <a:ea typeface="Arial"/>
                <a:cs typeface="Arial"/>
              </a:defRPr>
            </a:defPPr>
            <a:lvl1pPr algn="l">
              <a:buNone/>
              <a:defRPr sz="825" b="1">
                <a:solidFill>
                  <a:srgbClr val="66717B"/>
                </a:solidFill>
                <a:latin typeface="Arial"/>
                <a:ea typeface="Arial"/>
                <a:cs typeface="Arial"/>
              </a:defRPr>
            </a:lvl1pPr>
            <a:lvl2pPr algn="l">
              <a:buNone/>
              <a:defRPr sz="825" b="1">
                <a:solidFill>
                  <a:srgbClr val="66717B"/>
                </a:solidFill>
                <a:latin typeface="Arial"/>
                <a:ea typeface="Arial"/>
                <a:cs typeface="Arial"/>
              </a:defRPr>
            </a:lvl2pPr>
            <a:lvl3pPr algn="l">
              <a:buNone/>
              <a:defRPr sz="825" b="1">
                <a:solidFill>
                  <a:srgbClr val="66717B"/>
                </a:solidFill>
                <a:latin typeface="Arial"/>
                <a:ea typeface="Arial"/>
                <a:cs typeface="Arial"/>
              </a:defRPr>
            </a:lvl3pPr>
            <a:lvl4pPr algn="l">
              <a:buNone/>
              <a:defRPr sz="825" b="1">
                <a:solidFill>
                  <a:srgbClr val="66717B"/>
                </a:solidFill>
                <a:latin typeface="Arial"/>
                <a:ea typeface="Arial"/>
                <a:cs typeface="Arial"/>
              </a:defRPr>
            </a:lvl4pPr>
            <a:lvl5pPr algn="l">
              <a:buNone/>
              <a:defRPr sz="825" b="1">
                <a:solidFill>
                  <a:srgbClr val="66717B"/>
                </a:solidFill>
                <a:latin typeface="Arial"/>
                <a:ea typeface="Arial"/>
                <a:cs typeface="Arial"/>
              </a:defRPr>
            </a:lvl5pPr>
            <a:lvl6pPr algn="l">
              <a:buNone/>
              <a:defRPr sz="825" b="1">
                <a:solidFill>
                  <a:srgbClr val="66717B"/>
                </a:solidFill>
                <a:latin typeface="Arial"/>
                <a:ea typeface="Arial"/>
                <a:cs typeface="Arial"/>
              </a:defRPr>
            </a:lvl6pPr>
            <a:lvl7pPr algn="l">
              <a:buNone/>
              <a:defRPr sz="825" b="1">
                <a:solidFill>
                  <a:srgbClr val="66717B"/>
                </a:solidFill>
                <a:latin typeface="Arial"/>
                <a:ea typeface="Arial"/>
                <a:cs typeface="Arial"/>
              </a:defRPr>
            </a:lvl7pPr>
            <a:lvl8pPr algn="l">
              <a:buNone/>
              <a:defRPr sz="825" b="1">
                <a:solidFill>
                  <a:srgbClr val="66717B"/>
                </a:solidFill>
                <a:latin typeface="Arial"/>
                <a:ea typeface="Arial"/>
                <a:cs typeface="Arial"/>
              </a:defRPr>
            </a:lvl8pPr>
            <a:lvl9pPr algn="l">
              <a:buNone/>
              <a:defRPr sz="825" b="1">
                <a:solidFill>
                  <a:srgbClr val="66717B"/>
                </a:solidFill>
                <a:latin typeface="Arial"/>
                <a:ea typeface="Arial"/>
                <a:cs typeface="Arial"/>
              </a:defRPr>
            </a:lvl9pPr>
          </a:lstStyle>
          <a:p xmlns:a="http://schemas.openxmlformats.org/drawingml/2006/main">
            <a:pPr algn="l">
              <a:lnSpc>
                <a:spcPct val="105000"/>
              </a:lnSpc>
              <a:buNone/>
              <a:defRPr sz="825" b="1">
                <a:solidFill>
                  <a:srgbClr val="66717B"/>
                </a:solidFill>
                <a:latin typeface="Arial"/>
                <a:ea typeface="Arial"/>
                <a:cs typeface="Arial"/>
              </a:defRPr>
            </a:pPr>
            <a:r>
              <a:rPr sz="825" b="1">
                <a:solidFill>
                  <a:srgbClr val="66717B"/>
                </a:solidFill>
                <a:latin typeface="Times New Roman"/>
                <a:ea typeface="Times New Roman"/>
                <a:cs typeface="Times New Roman"/>
              </a:rPr>
              <a:t>ADVANCED ENGLISH LISTENING AND SPEAKING</a:t>
            </a:r>
          </a:p>
        </p:txBody>
      </p:sp>
      <p:sp>
        <p:nvSpPr>
          <p:cNvPr id="2" name="矩形 1">
            <a:extLst xmlns:a="http://schemas.openxmlformats.org/drawingml/2006/main">
              <a:ext uri="{FF2B5EF4-FFF2-40B4-BE49-F238E27FC236}">
                <a16:creationId xmlns:a16="http://schemas.microsoft.com/office/drawing/2014/main" id="{B352A80B-FDD7-45CD-8FFE-24787B624557}"/>
              </a:ext>
            </a:extLst>
          </p:cNvPr>
          <p:cNvSpPr>
            <a:spLocks xmlns:a="http://schemas.openxmlformats.org/drawingml/2006/main" noGrp="1"/>
          </p:cNvSpPr>
          <p:nvPr/>
        </p:nvSpPr>
        <p:spPr>
          <a:xfrm xmlns:a="http://schemas.openxmlformats.org/drawingml/2006/main">
            <a:off x="628650" y="1104900"/>
            <a:ext cx="5048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050" b="1">
                <a:solidFill>
                  <a:srgbClr val="153A5B"/>
                </a:solidFill>
                <a:latin typeface="Arial"/>
                <a:ea typeface="Arial"/>
                <a:cs typeface="Arial"/>
              </a:defRPr>
            </a:defPPr>
            <a:lvl1pPr algn="l">
              <a:buNone/>
              <a:defRPr sz="4050" b="1">
                <a:solidFill>
                  <a:srgbClr val="153A5B"/>
                </a:solidFill>
                <a:latin typeface="Arial"/>
                <a:ea typeface="Arial"/>
                <a:cs typeface="Arial"/>
              </a:defRPr>
            </a:lvl1pPr>
            <a:lvl2pPr algn="l">
              <a:buNone/>
              <a:defRPr sz="4050" b="1">
                <a:solidFill>
                  <a:srgbClr val="153A5B"/>
                </a:solidFill>
                <a:latin typeface="Arial"/>
                <a:ea typeface="Arial"/>
                <a:cs typeface="Arial"/>
              </a:defRPr>
            </a:lvl2pPr>
            <a:lvl3pPr algn="l">
              <a:buNone/>
              <a:defRPr sz="4050" b="1">
                <a:solidFill>
                  <a:srgbClr val="153A5B"/>
                </a:solidFill>
                <a:latin typeface="Arial"/>
                <a:ea typeface="Arial"/>
                <a:cs typeface="Arial"/>
              </a:defRPr>
            </a:lvl3pPr>
            <a:lvl4pPr algn="l">
              <a:buNone/>
              <a:defRPr sz="4050" b="1">
                <a:solidFill>
                  <a:srgbClr val="153A5B"/>
                </a:solidFill>
                <a:latin typeface="Arial"/>
                <a:ea typeface="Arial"/>
                <a:cs typeface="Arial"/>
              </a:defRPr>
            </a:lvl4pPr>
            <a:lvl5pPr algn="l">
              <a:buNone/>
              <a:defRPr sz="4050" b="1">
                <a:solidFill>
                  <a:srgbClr val="153A5B"/>
                </a:solidFill>
                <a:latin typeface="Arial"/>
                <a:ea typeface="Arial"/>
                <a:cs typeface="Arial"/>
              </a:defRPr>
            </a:lvl5pPr>
            <a:lvl6pPr algn="l">
              <a:buNone/>
              <a:defRPr sz="4050" b="1">
                <a:solidFill>
                  <a:srgbClr val="153A5B"/>
                </a:solidFill>
                <a:latin typeface="Arial"/>
                <a:ea typeface="Arial"/>
                <a:cs typeface="Arial"/>
              </a:defRPr>
            </a:lvl6pPr>
            <a:lvl7pPr algn="l">
              <a:buNone/>
              <a:defRPr sz="4050" b="1">
                <a:solidFill>
                  <a:srgbClr val="153A5B"/>
                </a:solidFill>
                <a:latin typeface="Arial"/>
                <a:ea typeface="Arial"/>
                <a:cs typeface="Arial"/>
              </a:defRPr>
            </a:lvl7pPr>
            <a:lvl8pPr algn="l">
              <a:buNone/>
              <a:defRPr sz="4050" b="1">
                <a:solidFill>
                  <a:srgbClr val="153A5B"/>
                </a:solidFill>
                <a:latin typeface="Arial"/>
                <a:ea typeface="Arial"/>
                <a:cs typeface="Arial"/>
              </a:defRPr>
            </a:lvl8pPr>
            <a:lvl9pPr algn="l">
              <a:buNone/>
              <a:defRPr sz="4050" b="1">
                <a:solidFill>
                  <a:srgbClr val="153A5B"/>
                </a:solidFill>
                <a:latin typeface="Arial"/>
                <a:ea typeface="Arial"/>
                <a:cs typeface="Arial"/>
              </a:defRPr>
            </a:lvl9pPr>
          </a:lstStyle>
          <a:p xmlns:a="http://schemas.openxmlformats.org/drawingml/2006/main">
            <a:pPr algn="l">
              <a:lnSpc>
                <a:spcPct val="105000"/>
              </a:lnSpc>
              <a:buNone/>
              <a:defRPr sz="4050" b="1">
                <a:solidFill>
                  <a:srgbClr val="153A5B"/>
                </a:solidFill>
                <a:latin typeface="Arial"/>
                <a:ea typeface="Arial"/>
                <a:cs typeface="Arial"/>
              </a:defRPr>
            </a:pPr>
            <a:r>
              <a:rPr sz="4050" b="1">
                <a:solidFill>
                  <a:srgbClr val="153A5B"/>
                </a:solidFill>
                <a:latin typeface="Times New Roman"/>
                <a:ea typeface="Times New Roman"/>
                <a:cs typeface="Times New Roman"/>
              </a:rPr>
              <a:t>The plague</a:t>
            </a:r>
          </a:p>
        </p:txBody>
      </p:sp>
      <p:sp>
        <p:nvSpPr>
          <p:cNvPr id="3" name="矩形 2">
            <a:extLst xmlns:a="http://schemas.openxmlformats.org/drawingml/2006/main">
              <a:ext uri="{FF2B5EF4-FFF2-40B4-BE49-F238E27FC236}">
                <a16:creationId xmlns:a16="http://schemas.microsoft.com/office/drawing/2014/main" id="{22D5E508-2BB9-47C2-9F97-0AF8309BF9BC}"/>
              </a:ext>
            </a:extLst>
          </p:cNvPr>
          <p:cNvSpPr>
            <a:spLocks xmlns:a="http://schemas.openxmlformats.org/drawingml/2006/main" noGrp="1"/>
          </p:cNvSpPr>
          <p:nvPr/>
        </p:nvSpPr>
        <p:spPr>
          <a:xfrm xmlns:a="http://schemas.openxmlformats.org/drawingml/2006/main">
            <a:off x="628650" y="2019300"/>
            <a:ext cx="476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0">
                <a:solidFill>
                  <a:srgbClr val="24282C"/>
                </a:solidFill>
                <a:latin typeface="Arial"/>
                <a:ea typeface="Arial"/>
                <a:cs typeface="Arial"/>
              </a:defRPr>
            </a:defPPr>
            <a:lvl1pPr algn="l">
              <a:buNone/>
              <a:defRPr sz="1875" b="0">
                <a:solidFill>
                  <a:srgbClr val="24282C"/>
                </a:solidFill>
                <a:latin typeface="Arial"/>
                <a:ea typeface="Arial"/>
                <a:cs typeface="Arial"/>
              </a:defRPr>
            </a:lvl1pPr>
            <a:lvl2pPr algn="l">
              <a:buNone/>
              <a:defRPr sz="1875" b="0">
                <a:solidFill>
                  <a:srgbClr val="24282C"/>
                </a:solidFill>
                <a:latin typeface="Arial"/>
                <a:ea typeface="Arial"/>
                <a:cs typeface="Arial"/>
              </a:defRPr>
            </a:lvl2pPr>
            <a:lvl3pPr algn="l">
              <a:buNone/>
              <a:defRPr sz="1875" b="0">
                <a:solidFill>
                  <a:srgbClr val="24282C"/>
                </a:solidFill>
                <a:latin typeface="Arial"/>
                <a:ea typeface="Arial"/>
                <a:cs typeface="Arial"/>
              </a:defRPr>
            </a:lvl3pPr>
            <a:lvl4pPr algn="l">
              <a:buNone/>
              <a:defRPr sz="1875" b="0">
                <a:solidFill>
                  <a:srgbClr val="24282C"/>
                </a:solidFill>
                <a:latin typeface="Arial"/>
                <a:ea typeface="Arial"/>
                <a:cs typeface="Arial"/>
              </a:defRPr>
            </a:lvl4pPr>
            <a:lvl5pPr algn="l">
              <a:buNone/>
              <a:defRPr sz="1875" b="0">
                <a:solidFill>
                  <a:srgbClr val="24282C"/>
                </a:solidFill>
                <a:latin typeface="Arial"/>
                <a:ea typeface="Arial"/>
                <a:cs typeface="Arial"/>
              </a:defRPr>
            </a:lvl5pPr>
            <a:lvl6pPr algn="l">
              <a:buNone/>
              <a:defRPr sz="1875" b="0">
                <a:solidFill>
                  <a:srgbClr val="24282C"/>
                </a:solidFill>
                <a:latin typeface="Arial"/>
                <a:ea typeface="Arial"/>
                <a:cs typeface="Arial"/>
              </a:defRPr>
            </a:lvl6pPr>
            <a:lvl7pPr algn="l">
              <a:buNone/>
              <a:defRPr sz="1875" b="0">
                <a:solidFill>
                  <a:srgbClr val="24282C"/>
                </a:solidFill>
                <a:latin typeface="Arial"/>
                <a:ea typeface="Arial"/>
                <a:cs typeface="Arial"/>
              </a:defRPr>
            </a:lvl7pPr>
            <a:lvl8pPr algn="l">
              <a:buNone/>
              <a:defRPr sz="1875" b="0">
                <a:solidFill>
                  <a:srgbClr val="24282C"/>
                </a:solidFill>
                <a:latin typeface="Arial"/>
                <a:ea typeface="Arial"/>
                <a:cs typeface="Arial"/>
              </a:defRPr>
            </a:lvl8pPr>
            <a:lvl9pPr algn="l">
              <a:buNone/>
              <a:defRPr sz="1875" b="0">
                <a:solidFill>
                  <a:srgbClr val="24282C"/>
                </a:solidFill>
                <a:latin typeface="Arial"/>
                <a:ea typeface="Arial"/>
                <a:cs typeface="Arial"/>
              </a:defRPr>
            </a:lvl9pPr>
          </a:lstStyle>
          <a:p xmlns:a="http://schemas.openxmlformats.org/drawingml/2006/main">
            <a:pPr algn="l">
              <a:lnSpc>
                <a:spcPct val="105000"/>
              </a:lnSpc>
              <a:buNone/>
              <a:defRPr sz="1875" b="0">
                <a:solidFill>
                  <a:srgbClr val="24282C"/>
                </a:solidFill>
                <a:latin typeface="Arial"/>
                <a:ea typeface="Arial"/>
                <a:cs typeface="Arial"/>
              </a:defRPr>
            </a:pPr>
            <a:r>
              <a:rPr sz="1875" b="0">
                <a:solidFill>
                  <a:srgbClr val="24282C"/>
                </a:solidFill>
                <a:latin typeface="Times New Roman"/>
                <a:ea typeface="Times New Roman"/>
                <a:cs typeface="Times New Roman"/>
              </a:rPr>
              <a:t>A small animal. A serious disease.</a:t>
            </a:r>
          </a:p>
        </p:txBody>
      </p:sp>
      <p:sp>
        <p:nvSpPr>
          <p:cNvPr id="4" name="矩形 3">
            <a:extLst xmlns:a="http://schemas.openxmlformats.org/drawingml/2006/main">
              <a:ext uri="{FF2B5EF4-FFF2-40B4-BE49-F238E27FC236}">
                <a16:creationId xmlns:a16="http://schemas.microsoft.com/office/drawing/2014/main" id="{26BBDE98-B3EF-485B-857D-1C9D7A1BE23B}"/>
              </a:ext>
            </a:extLst>
          </p:cNvPr>
          <p:cNvSpPr>
            <a:spLocks xmlns:a="http://schemas.openxmlformats.org/drawingml/2006/main" noGrp="1"/>
          </p:cNvSpPr>
          <p:nvPr/>
        </p:nvSpPr>
        <p:spPr>
          <a:xfrm xmlns:a="http://schemas.openxmlformats.org/drawingml/2006/main">
            <a:off x="628650" y="2781300"/>
            <a:ext cx="4572000" cy="28575"/>
          </a:xfrm>
          <a:prstGeom xmlns:a="http://schemas.openxmlformats.org/drawingml/2006/main" prst="rect">
            <a:avLst/>
          </a:prstGeom>
          <a:solidFill xmlns:a="http://schemas.openxmlformats.org/drawingml/2006/main">
            <a:srgbClr val="2878A5"/>
          </a:solidFill>
          <a:ln xmlns:a="http://schemas.openxmlformats.org/drawingml/2006/main" w="0">
            <a:noFill/>
            <a:prstDash val="solid"/>
          </a:ln>
        </p:spPr>
      </p:sp>
      <p:sp>
        <p:nvSpPr>
          <p:cNvPr id="5" name="矩形 4">
            <a:extLst xmlns:a="http://schemas.openxmlformats.org/drawingml/2006/main">
              <a:ext uri="{FF2B5EF4-FFF2-40B4-BE49-F238E27FC236}">
                <a16:creationId xmlns:a16="http://schemas.microsoft.com/office/drawing/2014/main" id="{5E9372DE-2BFC-4926-B6F8-8C698AF3261A}"/>
              </a:ext>
            </a:extLst>
          </p:cNvPr>
          <p:cNvSpPr>
            <a:spLocks xmlns:a="http://schemas.openxmlformats.org/drawingml/2006/main" noGrp="1"/>
          </p:cNvSpPr>
          <p:nvPr/>
        </p:nvSpPr>
        <p:spPr>
          <a:xfrm xmlns:a="http://schemas.openxmlformats.org/drawingml/2006/main">
            <a:off x="628650" y="3048000"/>
            <a:ext cx="4762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24282C"/>
                </a:solidFill>
                <a:latin typeface="Arial"/>
                <a:ea typeface="Arial"/>
                <a:cs typeface="Arial"/>
              </a:defRPr>
            </a:defPPr>
            <a:lvl1pPr algn="l">
              <a:buNone/>
              <a:defRPr sz="1425" b="0">
                <a:solidFill>
                  <a:srgbClr val="24282C"/>
                </a:solidFill>
                <a:latin typeface="Arial"/>
                <a:ea typeface="Arial"/>
                <a:cs typeface="Arial"/>
              </a:defRPr>
            </a:lvl1pPr>
            <a:lvl2pPr algn="l">
              <a:buNone/>
              <a:defRPr sz="1425" b="0">
                <a:solidFill>
                  <a:srgbClr val="24282C"/>
                </a:solidFill>
                <a:latin typeface="Arial"/>
                <a:ea typeface="Arial"/>
                <a:cs typeface="Arial"/>
              </a:defRPr>
            </a:lvl2pPr>
            <a:lvl3pPr algn="l">
              <a:buNone/>
              <a:defRPr sz="1425" b="0">
                <a:solidFill>
                  <a:srgbClr val="24282C"/>
                </a:solidFill>
                <a:latin typeface="Arial"/>
                <a:ea typeface="Arial"/>
                <a:cs typeface="Arial"/>
              </a:defRPr>
            </a:lvl3pPr>
            <a:lvl4pPr algn="l">
              <a:buNone/>
              <a:defRPr sz="1425" b="0">
                <a:solidFill>
                  <a:srgbClr val="24282C"/>
                </a:solidFill>
                <a:latin typeface="Arial"/>
                <a:ea typeface="Arial"/>
                <a:cs typeface="Arial"/>
              </a:defRPr>
            </a:lvl4pPr>
            <a:lvl5pPr algn="l">
              <a:buNone/>
              <a:defRPr sz="1425" b="0">
                <a:solidFill>
                  <a:srgbClr val="24282C"/>
                </a:solidFill>
                <a:latin typeface="Arial"/>
                <a:ea typeface="Arial"/>
                <a:cs typeface="Arial"/>
              </a:defRPr>
            </a:lvl5pPr>
            <a:lvl6pPr algn="l">
              <a:buNone/>
              <a:defRPr sz="1425" b="0">
                <a:solidFill>
                  <a:srgbClr val="24282C"/>
                </a:solidFill>
                <a:latin typeface="Arial"/>
                <a:ea typeface="Arial"/>
                <a:cs typeface="Arial"/>
              </a:defRPr>
            </a:lvl6pPr>
            <a:lvl7pPr algn="l">
              <a:buNone/>
              <a:defRPr sz="1425" b="0">
                <a:solidFill>
                  <a:srgbClr val="24282C"/>
                </a:solidFill>
                <a:latin typeface="Arial"/>
                <a:ea typeface="Arial"/>
                <a:cs typeface="Arial"/>
              </a:defRPr>
            </a:lvl7pPr>
            <a:lvl8pPr algn="l">
              <a:buNone/>
              <a:defRPr sz="1425" b="0">
                <a:solidFill>
                  <a:srgbClr val="24282C"/>
                </a:solidFill>
                <a:latin typeface="Arial"/>
                <a:ea typeface="Arial"/>
                <a:cs typeface="Arial"/>
              </a:defRPr>
            </a:lvl8pPr>
            <a:lvl9pPr algn="l">
              <a:buNone/>
              <a:defRPr sz="1425" b="0">
                <a:solidFill>
                  <a:srgbClr val="24282C"/>
                </a:solidFill>
                <a:latin typeface="Arial"/>
                <a:ea typeface="Arial"/>
                <a:cs typeface="Arial"/>
              </a:defRPr>
            </a:lvl9pPr>
          </a:lstStyle>
          <a:p xmlns:a="http://schemas.openxmlformats.org/drawingml/2006/main">
            <a:pPr algn="l">
              <a:lnSpc>
                <a:spcPct val="112000"/>
              </a:lnSpc>
              <a:buNone/>
              <a:defRPr sz="1425" b="0">
                <a:solidFill>
                  <a:srgbClr val="24282C"/>
                </a:solidFill>
                <a:latin typeface="Arial"/>
                <a:ea typeface="Arial"/>
                <a:cs typeface="Arial"/>
              </a:defRPr>
            </a:pPr>
            <a:r>
              <a:rPr sz="1425" b="0">
                <a:solidFill>
                  <a:srgbClr val="24282C"/>
                </a:solidFill>
                <a:latin typeface="Times New Roman"/>
                <a:ea typeface="Times New Roman"/>
                <a:cs typeface="Times New Roman"/>
              </a:rPr>
              <a:t>An infectious disease caused by Yersinia pestis</a:t>
            </a:r>
          </a:p>
        </p:txBody>
      </p:sp>
      <p:sp>
        <p:nvSpPr>
          <p:cNvPr id="6" name="矩形 5">
            <a:extLst xmlns:a="http://schemas.openxmlformats.org/drawingml/2006/main">
              <a:ext uri="{FF2B5EF4-FFF2-40B4-BE49-F238E27FC236}">
                <a16:creationId xmlns:a16="http://schemas.microsoft.com/office/drawing/2014/main" id="{0FA9C260-9E27-423E-B1F1-113173015279}"/>
              </a:ext>
            </a:extLst>
          </p:cNvPr>
          <p:cNvSpPr>
            <a:spLocks xmlns:a="http://schemas.openxmlformats.org/drawingml/2006/main" noGrp="1"/>
          </p:cNvSpPr>
          <p:nvPr/>
        </p:nvSpPr>
        <p:spPr>
          <a:xfrm xmlns:a="http://schemas.openxmlformats.org/drawingml/2006/main">
            <a:off x="628650" y="4000500"/>
            <a:ext cx="4572000" cy="781050"/>
          </a:xfrm>
          <a:prstGeom xmlns:a="http://schemas.openxmlformats.org/drawingml/2006/main" prst="rect">
            <a:avLst/>
          </a:prstGeom>
          <a:solidFill xmlns:a="http://schemas.openxmlformats.org/drawingml/2006/main">
            <a:srgbClr val="E7F0F5"/>
          </a:solidFill>
          <a:ln xmlns:a="http://schemas.openxmlformats.org/drawingml/2006/main" w="0">
            <a:noFill/>
            <a:prstDash val="solid"/>
          </a:ln>
        </p:spPr>
      </p:sp>
      <p:sp>
        <p:nvSpPr>
          <p:cNvPr id="7" name="矩形 6">
            <a:extLst xmlns:a="http://schemas.openxmlformats.org/drawingml/2006/main">
              <a:ext uri="{FF2B5EF4-FFF2-40B4-BE49-F238E27FC236}">
                <a16:creationId xmlns:a16="http://schemas.microsoft.com/office/drawing/2014/main" id="{8B6560EB-CE55-437B-9250-BBD7D2409BF4}"/>
              </a:ext>
            </a:extLst>
          </p:cNvPr>
          <p:cNvSpPr>
            <a:spLocks xmlns:a="http://schemas.openxmlformats.org/drawingml/2006/main" noGrp="1"/>
          </p:cNvSpPr>
          <p:nvPr/>
        </p:nvSpPr>
        <p:spPr>
          <a:xfrm xmlns:a="http://schemas.openxmlformats.org/drawingml/2006/main">
            <a:off x="838200" y="419100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2878A5"/>
                </a:solidFill>
                <a:latin typeface="Arial"/>
                <a:ea typeface="Arial"/>
                <a:cs typeface="Arial"/>
              </a:defRPr>
            </a:defPPr>
            <a:lvl1pPr algn="l">
              <a:buNone/>
              <a:defRPr sz="1200" b="1">
                <a:solidFill>
                  <a:srgbClr val="2878A5"/>
                </a:solidFill>
                <a:latin typeface="Arial"/>
                <a:ea typeface="Arial"/>
                <a:cs typeface="Arial"/>
              </a:defRPr>
            </a:lvl1pPr>
            <a:lvl2pPr algn="l">
              <a:buNone/>
              <a:defRPr sz="1200" b="1">
                <a:solidFill>
                  <a:srgbClr val="2878A5"/>
                </a:solidFill>
                <a:latin typeface="Arial"/>
                <a:ea typeface="Arial"/>
                <a:cs typeface="Arial"/>
              </a:defRPr>
            </a:lvl2pPr>
            <a:lvl3pPr algn="l">
              <a:buNone/>
              <a:defRPr sz="1200" b="1">
                <a:solidFill>
                  <a:srgbClr val="2878A5"/>
                </a:solidFill>
                <a:latin typeface="Arial"/>
                <a:ea typeface="Arial"/>
                <a:cs typeface="Arial"/>
              </a:defRPr>
            </a:lvl3pPr>
            <a:lvl4pPr algn="l">
              <a:buNone/>
              <a:defRPr sz="1200" b="1">
                <a:solidFill>
                  <a:srgbClr val="2878A5"/>
                </a:solidFill>
                <a:latin typeface="Arial"/>
                <a:ea typeface="Arial"/>
                <a:cs typeface="Arial"/>
              </a:defRPr>
            </a:lvl4pPr>
            <a:lvl5pPr algn="l">
              <a:buNone/>
              <a:defRPr sz="1200" b="1">
                <a:solidFill>
                  <a:srgbClr val="2878A5"/>
                </a:solidFill>
                <a:latin typeface="Arial"/>
                <a:ea typeface="Arial"/>
                <a:cs typeface="Arial"/>
              </a:defRPr>
            </a:lvl5pPr>
            <a:lvl6pPr algn="l">
              <a:buNone/>
              <a:defRPr sz="1200" b="1">
                <a:solidFill>
                  <a:srgbClr val="2878A5"/>
                </a:solidFill>
                <a:latin typeface="Arial"/>
                <a:ea typeface="Arial"/>
                <a:cs typeface="Arial"/>
              </a:defRPr>
            </a:lvl6pPr>
            <a:lvl7pPr algn="l">
              <a:buNone/>
              <a:defRPr sz="1200" b="1">
                <a:solidFill>
                  <a:srgbClr val="2878A5"/>
                </a:solidFill>
                <a:latin typeface="Arial"/>
                <a:ea typeface="Arial"/>
                <a:cs typeface="Arial"/>
              </a:defRPr>
            </a:lvl7pPr>
            <a:lvl8pPr algn="l">
              <a:buNone/>
              <a:defRPr sz="1200" b="1">
                <a:solidFill>
                  <a:srgbClr val="2878A5"/>
                </a:solidFill>
                <a:latin typeface="Arial"/>
                <a:ea typeface="Arial"/>
                <a:cs typeface="Arial"/>
              </a:defRPr>
            </a:lvl8pPr>
            <a:lvl9pPr algn="l">
              <a:buNone/>
              <a:defRPr sz="1200" b="1">
                <a:solidFill>
                  <a:srgbClr val="2878A5"/>
                </a:solidFill>
                <a:latin typeface="Arial"/>
                <a:ea typeface="Arial"/>
                <a:cs typeface="Arial"/>
              </a:defRPr>
            </a:lvl9pPr>
          </a:lstStyle>
          <a:p xmlns:a="http://schemas.openxmlformats.org/drawingml/2006/main">
            <a:pPr algn="l">
              <a:lnSpc>
                <a:spcPct val="105000"/>
              </a:lnSpc>
              <a:buNone/>
              <a:defRPr sz="1200" b="1">
                <a:solidFill>
                  <a:srgbClr val="2878A5"/>
                </a:solidFill>
                <a:latin typeface="Arial"/>
                <a:ea typeface="Arial"/>
                <a:cs typeface="Arial"/>
              </a:defRPr>
            </a:pPr>
            <a:r>
              <a:rPr sz="1200" b="1">
                <a:solidFill>
                  <a:srgbClr val="2878A5"/>
                </a:solidFill>
                <a:latin typeface="Times New Roman"/>
                <a:ea typeface="Times New Roman"/>
                <a:cs typeface="Times New Roman"/>
              </a:rPr>
              <a:t>THEN / NOW</a:t>
            </a:r>
          </a:p>
        </p:txBody>
      </p:sp>
      <p:sp>
        <p:nvSpPr>
          <p:cNvPr id="8" name="矩形 7">
            <a:extLst xmlns:a="http://schemas.openxmlformats.org/drawingml/2006/main">
              <a:ext uri="{FF2B5EF4-FFF2-40B4-BE49-F238E27FC236}">
                <a16:creationId xmlns:a16="http://schemas.microsoft.com/office/drawing/2014/main" id="{5D99DAF5-9E89-403D-A72D-1AA5FB9B5FBD}"/>
              </a:ext>
            </a:extLst>
          </p:cNvPr>
          <p:cNvSpPr>
            <a:spLocks xmlns:a="http://schemas.openxmlformats.org/drawingml/2006/main" noGrp="1"/>
          </p:cNvSpPr>
          <p:nvPr/>
        </p:nvSpPr>
        <p:spPr>
          <a:xfrm xmlns:a="http://schemas.openxmlformats.org/drawingml/2006/main">
            <a:off x="2266950" y="4171950"/>
            <a:ext cx="2667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24282C"/>
                </a:solidFill>
                <a:latin typeface="Arial"/>
                <a:ea typeface="Arial"/>
                <a:cs typeface="Arial"/>
              </a:defRPr>
            </a:defPPr>
            <a:lvl1pPr algn="l">
              <a:buNone/>
              <a:defRPr sz="1200" b="0">
                <a:solidFill>
                  <a:srgbClr val="24282C"/>
                </a:solidFill>
                <a:latin typeface="Arial"/>
                <a:ea typeface="Arial"/>
                <a:cs typeface="Arial"/>
              </a:defRPr>
            </a:lvl1pPr>
            <a:lvl2pPr algn="l">
              <a:buNone/>
              <a:defRPr sz="1200" b="0">
                <a:solidFill>
                  <a:srgbClr val="24282C"/>
                </a:solidFill>
                <a:latin typeface="Arial"/>
                <a:ea typeface="Arial"/>
                <a:cs typeface="Arial"/>
              </a:defRPr>
            </a:lvl2pPr>
            <a:lvl3pPr algn="l">
              <a:buNone/>
              <a:defRPr sz="1200" b="0">
                <a:solidFill>
                  <a:srgbClr val="24282C"/>
                </a:solidFill>
                <a:latin typeface="Arial"/>
                <a:ea typeface="Arial"/>
                <a:cs typeface="Arial"/>
              </a:defRPr>
            </a:lvl3pPr>
            <a:lvl4pPr algn="l">
              <a:buNone/>
              <a:defRPr sz="1200" b="0">
                <a:solidFill>
                  <a:srgbClr val="24282C"/>
                </a:solidFill>
                <a:latin typeface="Arial"/>
                <a:ea typeface="Arial"/>
                <a:cs typeface="Arial"/>
              </a:defRPr>
            </a:lvl4pPr>
            <a:lvl5pPr algn="l">
              <a:buNone/>
              <a:defRPr sz="1200" b="0">
                <a:solidFill>
                  <a:srgbClr val="24282C"/>
                </a:solidFill>
                <a:latin typeface="Arial"/>
                <a:ea typeface="Arial"/>
                <a:cs typeface="Arial"/>
              </a:defRPr>
            </a:lvl5pPr>
            <a:lvl6pPr algn="l">
              <a:buNone/>
              <a:defRPr sz="1200" b="0">
                <a:solidFill>
                  <a:srgbClr val="24282C"/>
                </a:solidFill>
                <a:latin typeface="Arial"/>
                <a:ea typeface="Arial"/>
                <a:cs typeface="Arial"/>
              </a:defRPr>
            </a:lvl6pPr>
            <a:lvl7pPr algn="l">
              <a:buNone/>
              <a:defRPr sz="1200" b="0">
                <a:solidFill>
                  <a:srgbClr val="24282C"/>
                </a:solidFill>
                <a:latin typeface="Arial"/>
                <a:ea typeface="Arial"/>
                <a:cs typeface="Arial"/>
              </a:defRPr>
            </a:lvl7pPr>
            <a:lvl8pPr algn="l">
              <a:buNone/>
              <a:defRPr sz="1200" b="0">
                <a:solidFill>
                  <a:srgbClr val="24282C"/>
                </a:solidFill>
                <a:latin typeface="Arial"/>
                <a:ea typeface="Arial"/>
                <a:cs typeface="Arial"/>
              </a:defRPr>
            </a:lvl8pPr>
            <a:lvl9pPr algn="l">
              <a:buNone/>
              <a:defRPr sz="1200" b="0">
                <a:solidFill>
                  <a:srgbClr val="24282C"/>
                </a:solidFill>
                <a:latin typeface="Arial"/>
                <a:ea typeface="Arial"/>
                <a:cs typeface="Arial"/>
              </a:defRPr>
            </a:lvl9pPr>
          </a:lstStyle>
          <a:p xmlns:a="http://schemas.openxmlformats.org/drawingml/2006/main">
            <a:pPr algn="l">
              <a:lnSpc>
                <a:spcPct val="108000"/>
              </a:lnSpc>
              <a:buNone/>
              <a:defRPr sz="1200" b="0">
                <a:solidFill>
                  <a:srgbClr val="24282C"/>
                </a:solidFill>
                <a:latin typeface="Arial"/>
                <a:ea typeface="Arial"/>
                <a:cs typeface="Arial"/>
              </a:defRPr>
            </a:pPr>
            <a:r>
              <a:rPr sz="1200" b="0">
                <a:solidFill>
                  <a:srgbClr val="24282C"/>
                </a:solidFill>
                <a:latin typeface="Times New Roman"/>
                <a:ea typeface="Times New Roman"/>
                <a:cs typeface="Times New Roman"/>
              </a:rPr>
              <a:t>The Black Death in history; effective antibiotics today</a:t>
            </a:r>
          </a:p>
        </p:txBody>
      </p:sp>
      <p:sp>
        <p:nvSpPr>
          <p:cNvPr id="14" name="矩形 13">
            <a:extLst xmlns:a="http://schemas.openxmlformats.org/drawingml/2006/main">
              <a:ext uri="{FF2B5EF4-FFF2-40B4-BE49-F238E27FC236}">
                <a16:creationId xmlns:a16="http://schemas.microsoft.com/office/drawing/2014/main" id="{D28A5FF0-3F39-43D0-A405-5FDDB32157F7}"/>
              </a:ext>
            </a:extLst>
          </p:cNvPr>
          <p:cNvSpPr>
            <a:spLocks xmlns:a="http://schemas.openxmlformats.org/drawingml/2006/main" noGrp="1"/>
          </p:cNvSpPr>
          <p:nvPr/>
        </p:nvSpPr>
        <p:spPr>
          <a:xfrm xmlns:a="http://schemas.openxmlformats.org/drawingml/2006/main">
            <a:off x="9525000" y="6296025"/>
            <a:ext cx="2076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r">
              <a:defRPr sz="750" b="0">
                <a:solidFill>
                  <a:srgbClr val="66717B"/>
                </a:solidFill>
                <a:latin typeface="Arial"/>
                <a:ea typeface="Arial"/>
                <a:cs typeface="Arial"/>
              </a:defRPr>
            </a:defPPr>
            <a:lvl1pPr algn="r">
              <a:buNone/>
              <a:defRPr sz="750" b="0">
                <a:solidFill>
                  <a:srgbClr val="66717B"/>
                </a:solidFill>
                <a:latin typeface="Arial"/>
                <a:ea typeface="Arial"/>
                <a:cs typeface="Arial"/>
              </a:defRPr>
            </a:lvl1pPr>
            <a:lvl2pPr algn="r">
              <a:buNone/>
              <a:defRPr sz="750" b="0">
                <a:solidFill>
                  <a:srgbClr val="66717B"/>
                </a:solidFill>
                <a:latin typeface="Arial"/>
                <a:ea typeface="Arial"/>
                <a:cs typeface="Arial"/>
              </a:defRPr>
            </a:lvl2pPr>
            <a:lvl3pPr algn="r">
              <a:buNone/>
              <a:defRPr sz="750" b="0">
                <a:solidFill>
                  <a:srgbClr val="66717B"/>
                </a:solidFill>
                <a:latin typeface="Arial"/>
                <a:ea typeface="Arial"/>
                <a:cs typeface="Arial"/>
              </a:defRPr>
            </a:lvl3pPr>
            <a:lvl4pPr algn="r">
              <a:buNone/>
              <a:defRPr sz="750" b="0">
                <a:solidFill>
                  <a:srgbClr val="66717B"/>
                </a:solidFill>
                <a:latin typeface="Arial"/>
                <a:ea typeface="Arial"/>
                <a:cs typeface="Arial"/>
              </a:defRPr>
            </a:lvl4pPr>
            <a:lvl5pPr algn="r">
              <a:buNone/>
              <a:defRPr sz="750" b="0">
                <a:solidFill>
                  <a:srgbClr val="66717B"/>
                </a:solidFill>
                <a:latin typeface="Arial"/>
                <a:ea typeface="Arial"/>
                <a:cs typeface="Arial"/>
              </a:defRPr>
            </a:lvl5pPr>
            <a:lvl6pPr algn="r">
              <a:buNone/>
              <a:defRPr sz="750" b="0">
                <a:solidFill>
                  <a:srgbClr val="66717B"/>
                </a:solidFill>
                <a:latin typeface="Arial"/>
                <a:ea typeface="Arial"/>
                <a:cs typeface="Arial"/>
              </a:defRPr>
            </a:lvl6pPr>
            <a:lvl7pPr algn="r">
              <a:buNone/>
              <a:defRPr sz="750" b="0">
                <a:solidFill>
                  <a:srgbClr val="66717B"/>
                </a:solidFill>
                <a:latin typeface="Arial"/>
                <a:ea typeface="Arial"/>
                <a:cs typeface="Arial"/>
              </a:defRPr>
            </a:lvl7pPr>
            <a:lvl8pPr algn="r">
              <a:buNone/>
              <a:defRPr sz="750" b="0">
                <a:solidFill>
                  <a:srgbClr val="66717B"/>
                </a:solidFill>
                <a:latin typeface="Arial"/>
                <a:ea typeface="Arial"/>
                <a:cs typeface="Arial"/>
              </a:defRPr>
            </a:lvl8pPr>
            <a:lvl9pPr algn="r">
              <a:buNone/>
              <a:defRPr sz="750" b="0">
                <a:solidFill>
                  <a:srgbClr val="66717B"/>
                </a:solidFill>
                <a:latin typeface="Arial"/>
                <a:ea typeface="Arial"/>
                <a:cs typeface="Arial"/>
              </a:defRPr>
            </a:lvl9pPr>
          </a:lstStyle>
          <a:p xmlns:a="http://schemas.openxmlformats.org/drawingml/2006/main">
            <a:pPr algn="r">
              <a:lnSpc>
                <a:spcPct val="105000"/>
              </a:lnSpc>
              <a:buNone/>
              <a:defRPr sz="750" b="0">
                <a:solidFill>
                  <a:srgbClr val="66717B"/>
                </a:solidFill>
                <a:latin typeface="Arial"/>
                <a:ea typeface="Arial"/>
                <a:cs typeface="Arial"/>
              </a:defRPr>
            </a:pPr>
            <a:r>
              <a:rPr sz="750" b="0">
                <a:solidFill>
                  <a:srgbClr val="66717B"/>
                </a:solidFill>
                <a:latin typeface="Times New Roman"/>
                <a:ea typeface="Times New Roman"/>
                <a:cs typeface="Times New Roman"/>
              </a:rPr>
              <a:t>Unit 3  Disease</a:t>
            </a:r>
          </a:p>
        </p:txBody>
      </p:sp>
      <p:pic>
        <p:nvPicPr>
          <p:cNvPr id="16" name="">
            <a:extLst xmlns:a="http://schemas.openxmlformats.org/drawingml/2006/main">
              <a:ext uri="{FF2B5EF4-FFF2-40B4-BE49-F238E27FC236}">
                <a16:creationId xmlns:a16="http://schemas.microsoft.com/office/drawing/2014/main" id="{1B37FF05-A55A-4B76-9532-8902D050A970}"/>
              </a:ext>
            </a:extLst>
          </p:cNvPr>
          <p:cNvPicPr>
            <a:picLocks xmlns:a="http://schemas.openxmlformats.org/drawingml/2006/main" noChangeAspect="1"/>
          </p:cNvPicPr>
          <p:nvPr/>
        </p:nvPicPr>
        <p:blipFill>
          <a:blip xmlns:r="http://schemas.openxmlformats.org/officeDocument/2006/relationships" xmlns:a="http://schemas.openxmlformats.org/drawingml/2006/main" r:embed="Rb4403e2e92c3458a"/>
          <a:srcRect xmlns:a="http://schemas.openxmlformats.org/drawingml/2006/main" l="18665" t="0" r="18665" b="0"/>
          <a:stretch xmlns:a="http://schemas.openxmlformats.org/drawingml/2006/main">
            <a:fillRect l="0" t="0" r="0" b="0"/>
          </a:stretch>
        </p:blipFill>
        <p:spPr>
          <a:xfrm xmlns:a="http://schemas.openxmlformats.org/drawingml/2006/main">
            <a:off x="6191250" y="400050"/>
            <a:ext cx="5410200" cy="5753100"/>
          </a:xfrm>
          <a:prstGeom xmlns:a="http://schemas.openxmlformats.org/drawingml/2006/main" prst="rect">
            <a:avLst/>
          </a:prstGeom>
        </p:spPr>
      </p:pic>
    </p:spTree>
    <p:extLst>
      <p:ext uri="{BB962C8B-B14F-4D97-AF65-F5344CB8AC3E}">
        <p14:creationId xmlns:p14="http://schemas.microsoft.com/office/powerpoint/2010/main" val="88305540"/>
      </p:ext>
    </p:extLst>
  </p:cSld>
</p:sld>
</file>

<file path=ppt/slides/slide2.xml><?xml version="1.0" encoding="utf-8"?>
<p:sld xmlns:p="http://schemas.openxmlformats.org/presentationml/2006/main">
  <p:cSld>
    <p:bg>
      <p:bgPr>
        <a:solidFill xmlns:a="http://schemas.openxmlformats.org/drawingml/2006/main">
          <a:srgbClr val="F6F7F7"/>
        </a:solidFill>
      </p:bgPr>
    </p:bg>
    <p:spTree>
      <p:nvGrpSpPr>
        <p:cNvPr id="1" name=""/>
        <p:cNvGrpSpPr/>
        <p:nvPr/>
      </p:nvGrpSpPr>
      <p:grpSpPr>
        <a:xfrm xmlns:a="http://schemas.openxmlformats.org/drawingml/2006/main"/>
      </p:grpSpPr>
      <p:sp>
        <p:nvSpPr>
          <p:cNvPr id="21" name="矩形 20">
            <a:extLst xmlns:a="http://schemas.openxmlformats.org/drawingml/2006/main">
              <a:ext uri="{FF2B5EF4-FFF2-40B4-BE49-F238E27FC236}">
                <a16:creationId xmlns:a16="http://schemas.microsoft.com/office/drawing/2014/main" id="{799C3024-0170-43D9-AD7D-C5700FBDF82E}"/>
              </a:ext>
            </a:extLst>
          </p:cNvPr>
          <p:cNvSpPr>
            <a:spLocks xmlns:a="http://schemas.openxmlformats.org/drawingml/2006/main" noGrp="1"/>
          </p:cNvSpPr>
          <p:nvPr/>
        </p:nvSpPr>
        <p:spPr>
          <a:xfrm xmlns:a="http://schemas.openxmlformats.org/drawingml/2006/main">
            <a:off x="590550" y="24765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825" b="1">
                <a:solidFill>
                  <a:srgbClr val="66717B"/>
                </a:solidFill>
                <a:latin typeface="Arial"/>
                <a:ea typeface="Arial"/>
                <a:cs typeface="Arial"/>
              </a:defRPr>
            </a:defPPr>
            <a:lvl1pPr algn="l">
              <a:buNone/>
              <a:defRPr sz="825" b="1">
                <a:solidFill>
                  <a:srgbClr val="66717B"/>
                </a:solidFill>
                <a:latin typeface="Arial"/>
                <a:ea typeface="Arial"/>
                <a:cs typeface="Arial"/>
              </a:defRPr>
            </a:lvl1pPr>
            <a:lvl2pPr algn="l">
              <a:buNone/>
              <a:defRPr sz="825" b="1">
                <a:solidFill>
                  <a:srgbClr val="66717B"/>
                </a:solidFill>
                <a:latin typeface="Arial"/>
                <a:ea typeface="Arial"/>
                <a:cs typeface="Arial"/>
              </a:defRPr>
            </a:lvl2pPr>
            <a:lvl3pPr algn="l">
              <a:buNone/>
              <a:defRPr sz="825" b="1">
                <a:solidFill>
                  <a:srgbClr val="66717B"/>
                </a:solidFill>
                <a:latin typeface="Arial"/>
                <a:ea typeface="Arial"/>
                <a:cs typeface="Arial"/>
              </a:defRPr>
            </a:lvl3pPr>
            <a:lvl4pPr algn="l">
              <a:buNone/>
              <a:defRPr sz="825" b="1">
                <a:solidFill>
                  <a:srgbClr val="66717B"/>
                </a:solidFill>
                <a:latin typeface="Arial"/>
                <a:ea typeface="Arial"/>
                <a:cs typeface="Arial"/>
              </a:defRPr>
            </a:lvl4pPr>
            <a:lvl5pPr algn="l">
              <a:buNone/>
              <a:defRPr sz="825" b="1">
                <a:solidFill>
                  <a:srgbClr val="66717B"/>
                </a:solidFill>
                <a:latin typeface="Arial"/>
                <a:ea typeface="Arial"/>
                <a:cs typeface="Arial"/>
              </a:defRPr>
            </a:lvl5pPr>
            <a:lvl6pPr algn="l">
              <a:buNone/>
              <a:defRPr sz="825" b="1">
                <a:solidFill>
                  <a:srgbClr val="66717B"/>
                </a:solidFill>
                <a:latin typeface="Arial"/>
                <a:ea typeface="Arial"/>
                <a:cs typeface="Arial"/>
              </a:defRPr>
            </a:lvl6pPr>
            <a:lvl7pPr algn="l">
              <a:buNone/>
              <a:defRPr sz="825" b="1">
                <a:solidFill>
                  <a:srgbClr val="66717B"/>
                </a:solidFill>
                <a:latin typeface="Arial"/>
                <a:ea typeface="Arial"/>
                <a:cs typeface="Arial"/>
              </a:defRPr>
            </a:lvl7pPr>
            <a:lvl8pPr algn="l">
              <a:buNone/>
              <a:defRPr sz="825" b="1">
                <a:solidFill>
                  <a:srgbClr val="66717B"/>
                </a:solidFill>
                <a:latin typeface="Arial"/>
                <a:ea typeface="Arial"/>
                <a:cs typeface="Arial"/>
              </a:defRPr>
            </a:lvl8pPr>
            <a:lvl9pPr algn="l">
              <a:buNone/>
              <a:defRPr sz="825" b="1">
                <a:solidFill>
                  <a:srgbClr val="66717B"/>
                </a:solidFill>
                <a:latin typeface="Arial"/>
                <a:ea typeface="Arial"/>
                <a:cs typeface="Arial"/>
              </a:defRPr>
            </a:lvl9pPr>
          </a:lstStyle>
          <a:p xmlns:a="http://schemas.openxmlformats.org/drawingml/2006/main">
            <a:pPr algn="l">
              <a:lnSpc>
                <a:spcPct val="105000"/>
              </a:lnSpc>
              <a:buNone/>
              <a:defRPr sz="825" b="1">
                <a:solidFill>
                  <a:srgbClr val="66717B"/>
                </a:solidFill>
                <a:latin typeface="Arial"/>
                <a:ea typeface="Arial"/>
                <a:cs typeface="Arial"/>
              </a:defRPr>
            </a:pPr>
            <a:r>
              <a:rPr sz="825" b="1">
                <a:solidFill>
                  <a:srgbClr val="66717B"/>
                </a:solidFill>
                <a:latin typeface="Times New Roman"/>
                <a:ea typeface="Times New Roman"/>
                <a:cs typeface="Times New Roman"/>
              </a:rPr>
              <a:t>UNIT 3  DISEASE</a:t>
            </a:r>
          </a:p>
        </p:txBody>
      </p:sp>
      <p:sp>
        <p:nvSpPr>
          <p:cNvPr id="2" name="矩形 1">
            <a:extLst xmlns:a="http://schemas.openxmlformats.org/drawingml/2006/main">
              <a:ext uri="{FF2B5EF4-FFF2-40B4-BE49-F238E27FC236}">
                <a16:creationId xmlns:a16="http://schemas.microsoft.com/office/drawing/2014/main" id="{AE03FBDC-0F8E-4125-8CC3-489D960D32A2}"/>
              </a:ext>
            </a:extLst>
          </p:cNvPr>
          <p:cNvSpPr>
            <a:spLocks xmlns:a="http://schemas.openxmlformats.org/drawingml/2006/main" noGrp="1"/>
          </p:cNvSpPr>
          <p:nvPr/>
        </p:nvSpPr>
        <p:spPr>
          <a:xfrm xmlns:a="http://schemas.openxmlformats.org/drawingml/2006/main">
            <a:off x="590550" y="552450"/>
            <a:ext cx="981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53A5B"/>
                </a:solidFill>
                <a:latin typeface="Arial"/>
                <a:ea typeface="Arial"/>
                <a:cs typeface="Arial"/>
              </a:defRPr>
            </a:defPPr>
            <a:lvl1pPr algn="l">
              <a:buNone/>
              <a:defRPr sz="2550" b="1">
                <a:solidFill>
                  <a:srgbClr val="153A5B"/>
                </a:solidFill>
                <a:latin typeface="Arial"/>
                <a:ea typeface="Arial"/>
                <a:cs typeface="Arial"/>
              </a:defRPr>
            </a:lvl1pPr>
            <a:lvl2pPr algn="l">
              <a:buNone/>
              <a:defRPr sz="2550" b="1">
                <a:solidFill>
                  <a:srgbClr val="153A5B"/>
                </a:solidFill>
                <a:latin typeface="Arial"/>
                <a:ea typeface="Arial"/>
                <a:cs typeface="Arial"/>
              </a:defRPr>
            </a:lvl2pPr>
            <a:lvl3pPr algn="l">
              <a:buNone/>
              <a:defRPr sz="2550" b="1">
                <a:solidFill>
                  <a:srgbClr val="153A5B"/>
                </a:solidFill>
                <a:latin typeface="Arial"/>
                <a:ea typeface="Arial"/>
                <a:cs typeface="Arial"/>
              </a:defRPr>
            </a:lvl3pPr>
            <a:lvl4pPr algn="l">
              <a:buNone/>
              <a:defRPr sz="2550" b="1">
                <a:solidFill>
                  <a:srgbClr val="153A5B"/>
                </a:solidFill>
                <a:latin typeface="Arial"/>
                <a:ea typeface="Arial"/>
                <a:cs typeface="Arial"/>
              </a:defRPr>
            </a:lvl4pPr>
            <a:lvl5pPr algn="l">
              <a:buNone/>
              <a:defRPr sz="2550" b="1">
                <a:solidFill>
                  <a:srgbClr val="153A5B"/>
                </a:solidFill>
                <a:latin typeface="Arial"/>
                <a:ea typeface="Arial"/>
                <a:cs typeface="Arial"/>
              </a:defRPr>
            </a:lvl5pPr>
            <a:lvl6pPr algn="l">
              <a:buNone/>
              <a:defRPr sz="2550" b="1">
                <a:solidFill>
                  <a:srgbClr val="153A5B"/>
                </a:solidFill>
                <a:latin typeface="Arial"/>
                <a:ea typeface="Arial"/>
                <a:cs typeface="Arial"/>
              </a:defRPr>
            </a:lvl6pPr>
            <a:lvl7pPr algn="l">
              <a:buNone/>
              <a:defRPr sz="2550" b="1">
                <a:solidFill>
                  <a:srgbClr val="153A5B"/>
                </a:solidFill>
                <a:latin typeface="Arial"/>
                <a:ea typeface="Arial"/>
                <a:cs typeface="Arial"/>
              </a:defRPr>
            </a:lvl7pPr>
            <a:lvl8pPr algn="l">
              <a:buNone/>
              <a:defRPr sz="2550" b="1">
                <a:solidFill>
                  <a:srgbClr val="153A5B"/>
                </a:solidFill>
                <a:latin typeface="Arial"/>
                <a:ea typeface="Arial"/>
                <a:cs typeface="Arial"/>
              </a:defRPr>
            </a:lvl8pPr>
            <a:lvl9pPr algn="l">
              <a:buNone/>
              <a:defRPr sz="2550" b="1">
                <a:solidFill>
                  <a:srgbClr val="153A5B"/>
                </a:solidFill>
                <a:latin typeface="Arial"/>
                <a:ea typeface="Arial"/>
                <a:cs typeface="Arial"/>
              </a:defRPr>
            </a:lvl9pPr>
          </a:lstStyle>
          <a:p xmlns:a="http://schemas.openxmlformats.org/drawingml/2006/main">
            <a:pPr algn="l">
              <a:lnSpc>
                <a:spcPct val="105000"/>
              </a:lnSpc>
              <a:buNone/>
              <a:defRPr sz="2550" b="1">
                <a:solidFill>
                  <a:srgbClr val="153A5B"/>
                </a:solidFill>
                <a:latin typeface="Arial"/>
                <a:ea typeface="Arial"/>
                <a:cs typeface="Arial"/>
              </a:defRPr>
            </a:pPr>
            <a:r>
              <a:rPr sz="2550" b="1">
                <a:solidFill>
                  <a:srgbClr val="153A5B"/>
                </a:solidFill>
                <a:latin typeface="Times New Roman"/>
                <a:ea typeface="Times New Roman"/>
                <a:cs typeface="Times New Roman"/>
              </a:rPr>
              <a:t>How plague spreads</a:t>
            </a:r>
          </a:p>
        </p:txBody>
      </p:sp>
      <p:sp>
        <p:nvSpPr>
          <p:cNvPr id="3" name="矩形 2">
            <a:extLst xmlns:a="http://schemas.openxmlformats.org/drawingml/2006/main">
              <a:ext uri="{FF2B5EF4-FFF2-40B4-BE49-F238E27FC236}">
                <a16:creationId xmlns:a16="http://schemas.microsoft.com/office/drawing/2014/main" id="{AF3822FE-BBF6-4083-95B0-3B1EBBEE4E02}"/>
              </a:ext>
            </a:extLst>
          </p:cNvPr>
          <p:cNvSpPr>
            <a:spLocks xmlns:a="http://schemas.openxmlformats.org/drawingml/2006/main" noGrp="1"/>
          </p:cNvSpPr>
          <p:nvPr/>
        </p:nvSpPr>
        <p:spPr>
          <a:xfrm xmlns:a="http://schemas.openxmlformats.org/drawingml/2006/main">
            <a:off x="590550" y="1104900"/>
            <a:ext cx="11010900" cy="9525"/>
          </a:xfrm>
          <a:prstGeom xmlns:a="http://schemas.openxmlformats.org/drawingml/2006/main" prst="rect">
            <a:avLst/>
          </a:prstGeom>
          <a:solidFill xmlns:a="http://schemas.openxmlformats.org/drawingml/2006/main">
            <a:srgbClr val="153A5B"/>
          </a:solidFill>
          <a:ln xmlns:a="http://schemas.openxmlformats.org/drawingml/2006/main" w="0">
            <a:noFill/>
            <a:prstDash val="solid"/>
          </a:ln>
        </p:spPr>
      </p:sp>
      <p:sp>
        <p:nvSpPr>
          <p:cNvPr id="5" name="矩形 4">
            <a:extLst xmlns:a="http://schemas.openxmlformats.org/drawingml/2006/main">
              <a:ext uri="{FF2B5EF4-FFF2-40B4-BE49-F238E27FC236}">
                <a16:creationId xmlns:a16="http://schemas.microsoft.com/office/drawing/2014/main" id="{2E19157F-AFBD-4C82-BE24-4C1ABB0AD50D}"/>
              </a:ext>
            </a:extLst>
          </p:cNvPr>
          <p:cNvSpPr>
            <a:spLocks xmlns:a="http://schemas.openxmlformats.org/drawingml/2006/main" noGrp="1"/>
          </p:cNvSpPr>
          <p:nvPr/>
        </p:nvSpPr>
        <p:spPr>
          <a:xfrm xmlns:a="http://schemas.openxmlformats.org/drawingml/2006/main">
            <a:off x="590550" y="5753100"/>
            <a:ext cx="409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66717B"/>
                </a:solidFill>
                <a:latin typeface="Arial"/>
                <a:ea typeface="Arial"/>
                <a:cs typeface="Arial"/>
              </a:defRPr>
            </a:defPPr>
            <a:lvl1pPr algn="l">
              <a:buNone/>
              <a:defRPr sz="1050" b="0">
                <a:solidFill>
                  <a:srgbClr val="66717B"/>
                </a:solidFill>
                <a:latin typeface="Arial"/>
                <a:ea typeface="Arial"/>
                <a:cs typeface="Arial"/>
              </a:defRPr>
            </a:lvl1pPr>
            <a:lvl2pPr algn="l">
              <a:buNone/>
              <a:defRPr sz="1050" b="0">
                <a:solidFill>
                  <a:srgbClr val="66717B"/>
                </a:solidFill>
                <a:latin typeface="Arial"/>
                <a:ea typeface="Arial"/>
                <a:cs typeface="Arial"/>
              </a:defRPr>
            </a:lvl2pPr>
            <a:lvl3pPr algn="l">
              <a:buNone/>
              <a:defRPr sz="1050" b="0">
                <a:solidFill>
                  <a:srgbClr val="66717B"/>
                </a:solidFill>
                <a:latin typeface="Arial"/>
                <a:ea typeface="Arial"/>
                <a:cs typeface="Arial"/>
              </a:defRPr>
            </a:lvl3pPr>
            <a:lvl4pPr algn="l">
              <a:buNone/>
              <a:defRPr sz="1050" b="0">
                <a:solidFill>
                  <a:srgbClr val="66717B"/>
                </a:solidFill>
                <a:latin typeface="Arial"/>
                <a:ea typeface="Arial"/>
                <a:cs typeface="Arial"/>
              </a:defRPr>
            </a:lvl4pPr>
            <a:lvl5pPr algn="l">
              <a:buNone/>
              <a:defRPr sz="1050" b="0">
                <a:solidFill>
                  <a:srgbClr val="66717B"/>
                </a:solidFill>
                <a:latin typeface="Arial"/>
                <a:ea typeface="Arial"/>
                <a:cs typeface="Arial"/>
              </a:defRPr>
            </a:lvl5pPr>
            <a:lvl6pPr algn="l">
              <a:buNone/>
              <a:defRPr sz="1050" b="0">
                <a:solidFill>
                  <a:srgbClr val="66717B"/>
                </a:solidFill>
                <a:latin typeface="Arial"/>
                <a:ea typeface="Arial"/>
                <a:cs typeface="Arial"/>
              </a:defRPr>
            </a:lvl6pPr>
            <a:lvl7pPr algn="l">
              <a:buNone/>
              <a:defRPr sz="1050" b="0">
                <a:solidFill>
                  <a:srgbClr val="66717B"/>
                </a:solidFill>
                <a:latin typeface="Arial"/>
                <a:ea typeface="Arial"/>
                <a:cs typeface="Arial"/>
              </a:defRPr>
            </a:lvl7pPr>
            <a:lvl8pPr algn="l">
              <a:buNone/>
              <a:defRPr sz="1050" b="0">
                <a:solidFill>
                  <a:srgbClr val="66717B"/>
                </a:solidFill>
                <a:latin typeface="Arial"/>
                <a:ea typeface="Arial"/>
                <a:cs typeface="Arial"/>
              </a:defRPr>
            </a:lvl8pPr>
            <a:lvl9pPr algn="l">
              <a:buNone/>
              <a:defRPr sz="1050" b="0">
                <a:solidFill>
                  <a:srgbClr val="66717B"/>
                </a:solidFill>
                <a:latin typeface="Arial"/>
                <a:ea typeface="Arial"/>
                <a:cs typeface="Arial"/>
              </a:defRPr>
            </a:lvl9pPr>
          </a:lstStyle>
          <a:p xmlns:a="http://schemas.openxmlformats.org/drawingml/2006/main">
            <a:pPr algn="l">
              <a:lnSpc>
                <a:spcPct val="105000"/>
              </a:lnSpc>
              <a:buNone/>
              <a:defRPr sz="1050" b="0">
                <a:solidFill>
                  <a:srgbClr val="66717B"/>
                </a:solidFill>
                <a:latin typeface="Arial"/>
                <a:ea typeface="Arial"/>
                <a:cs typeface="Arial"/>
              </a:defRPr>
            </a:pPr>
            <a:r>
              <a:rPr sz="1050" b="0">
                <a:solidFill>
                  <a:srgbClr val="66717B"/>
                </a:solidFill>
                <a:latin typeface="Times New Roman"/>
                <a:ea typeface="Times New Roman"/>
                <a:cs typeface="Times New Roman"/>
              </a:rPr>
              <a:t>Risk depends on exposure to infected animals or fleas.</a:t>
            </a:r>
          </a:p>
        </p:txBody>
      </p:sp>
      <p:sp>
        <p:nvSpPr>
          <p:cNvPr id="6" name="矩形 5">
            <a:extLst xmlns:a="http://schemas.openxmlformats.org/drawingml/2006/main">
              <a:ext uri="{FF2B5EF4-FFF2-40B4-BE49-F238E27FC236}">
                <a16:creationId xmlns:a16="http://schemas.microsoft.com/office/drawing/2014/main" id="{AAAE8F2C-F7ED-48FC-AAE1-80C7EB3ECDAB}"/>
              </a:ext>
            </a:extLst>
          </p:cNvPr>
          <p:cNvSpPr>
            <a:spLocks xmlns:a="http://schemas.openxmlformats.org/drawingml/2006/main" noGrp="1"/>
          </p:cNvSpPr>
          <p:nvPr/>
        </p:nvSpPr>
        <p:spPr>
          <a:xfrm xmlns:a="http://schemas.openxmlformats.org/drawingml/2006/main">
            <a:off x="5219700" y="140970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2878A5"/>
                </a:solidFill>
                <a:latin typeface="Arial"/>
                <a:ea typeface="Arial"/>
                <a:cs typeface="Arial"/>
              </a:defRPr>
            </a:defPPr>
            <a:lvl1pPr algn="l">
              <a:buNone/>
              <a:defRPr sz="1125" b="1">
                <a:solidFill>
                  <a:srgbClr val="2878A5"/>
                </a:solidFill>
                <a:latin typeface="Arial"/>
                <a:ea typeface="Arial"/>
                <a:cs typeface="Arial"/>
              </a:defRPr>
            </a:lvl1pPr>
            <a:lvl2pPr algn="l">
              <a:buNone/>
              <a:defRPr sz="1125" b="1">
                <a:solidFill>
                  <a:srgbClr val="2878A5"/>
                </a:solidFill>
                <a:latin typeface="Arial"/>
                <a:ea typeface="Arial"/>
                <a:cs typeface="Arial"/>
              </a:defRPr>
            </a:lvl2pPr>
            <a:lvl3pPr algn="l">
              <a:buNone/>
              <a:defRPr sz="1125" b="1">
                <a:solidFill>
                  <a:srgbClr val="2878A5"/>
                </a:solidFill>
                <a:latin typeface="Arial"/>
                <a:ea typeface="Arial"/>
                <a:cs typeface="Arial"/>
              </a:defRPr>
            </a:lvl3pPr>
            <a:lvl4pPr algn="l">
              <a:buNone/>
              <a:defRPr sz="1125" b="1">
                <a:solidFill>
                  <a:srgbClr val="2878A5"/>
                </a:solidFill>
                <a:latin typeface="Arial"/>
                <a:ea typeface="Arial"/>
                <a:cs typeface="Arial"/>
              </a:defRPr>
            </a:lvl4pPr>
            <a:lvl5pPr algn="l">
              <a:buNone/>
              <a:defRPr sz="1125" b="1">
                <a:solidFill>
                  <a:srgbClr val="2878A5"/>
                </a:solidFill>
                <a:latin typeface="Arial"/>
                <a:ea typeface="Arial"/>
                <a:cs typeface="Arial"/>
              </a:defRPr>
            </a:lvl5pPr>
            <a:lvl6pPr algn="l">
              <a:buNone/>
              <a:defRPr sz="1125" b="1">
                <a:solidFill>
                  <a:srgbClr val="2878A5"/>
                </a:solidFill>
                <a:latin typeface="Arial"/>
                <a:ea typeface="Arial"/>
                <a:cs typeface="Arial"/>
              </a:defRPr>
            </a:lvl6pPr>
            <a:lvl7pPr algn="l">
              <a:buNone/>
              <a:defRPr sz="1125" b="1">
                <a:solidFill>
                  <a:srgbClr val="2878A5"/>
                </a:solidFill>
                <a:latin typeface="Arial"/>
                <a:ea typeface="Arial"/>
                <a:cs typeface="Arial"/>
              </a:defRPr>
            </a:lvl7pPr>
            <a:lvl8pPr algn="l">
              <a:buNone/>
              <a:defRPr sz="1125" b="1">
                <a:solidFill>
                  <a:srgbClr val="2878A5"/>
                </a:solidFill>
                <a:latin typeface="Arial"/>
                <a:ea typeface="Arial"/>
                <a:cs typeface="Arial"/>
              </a:defRPr>
            </a:lvl8pPr>
            <a:lvl9pPr algn="l">
              <a:buNone/>
              <a:defRPr sz="1125" b="1">
                <a:solidFill>
                  <a:srgbClr val="2878A5"/>
                </a:solidFill>
                <a:latin typeface="Arial"/>
                <a:ea typeface="Arial"/>
                <a:cs typeface="Arial"/>
              </a:defRPr>
            </a:lvl9pPr>
          </a:lstStyle>
          <a:p xmlns:a="http://schemas.openxmlformats.org/drawingml/2006/main">
            <a:pPr algn="l">
              <a:lnSpc>
                <a:spcPct val="105000"/>
              </a:lnSpc>
              <a:buNone/>
              <a:defRPr sz="1125" b="1">
                <a:solidFill>
                  <a:srgbClr val="2878A5"/>
                </a:solidFill>
                <a:latin typeface="Arial"/>
                <a:ea typeface="Arial"/>
                <a:cs typeface="Arial"/>
              </a:defRPr>
            </a:pPr>
            <a:r>
              <a:rPr sz="1125" b="1">
                <a:solidFill>
                  <a:srgbClr val="2878A5"/>
                </a:solidFill>
                <a:latin typeface="Times New Roman"/>
                <a:ea typeface="Times New Roman"/>
                <a:cs typeface="Times New Roman"/>
              </a:rPr>
              <a:t>A COMMON ROUTE</a:t>
            </a:r>
          </a:p>
        </p:txBody>
      </p:sp>
      <p:sp>
        <p:nvSpPr>
          <p:cNvPr id="7" name="矩形 6">
            <a:extLst xmlns:a="http://schemas.openxmlformats.org/drawingml/2006/main">
              <a:ext uri="{FF2B5EF4-FFF2-40B4-BE49-F238E27FC236}">
                <a16:creationId xmlns:a16="http://schemas.microsoft.com/office/drawing/2014/main" id="{5F13FFD1-509C-4CA1-A2BD-EB0A21EC698D}"/>
              </a:ext>
            </a:extLst>
          </p:cNvPr>
          <p:cNvSpPr>
            <a:spLocks xmlns:a="http://schemas.openxmlformats.org/drawingml/2006/main" noGrp="1"/>
          </p:cNvSpPr>
          <p:nvPr/>
        </p:nvSpPr>
        <p:spPr>
          <a:xfrm xmlns:a="http://schemas.openxmlformats.org/drawingml/2006/main">
            <a:off x="5219700" y="1790700"/>
            <a:ext cx="323850" cy="304800"/>
          </a:xfrm>
          <a:prstGeom xmlns:a="http://schemas.openxmlformats.org/drawingml/2006/main" prst="rect">
            <a:avLst/>
          </a:prstGeom>
          <a:solidFill xmlns:a="http://schemas.openxmlformats.org/drawingml/2006/main">
            <a:srgbClr val="2878A5"/>
          </a:solidFill>
          <a:ln xmlns:a="http://schemas.openxmlformats.org/drawingml/2006/main" w="0">
            <a:noFill/>
            <a:prstDash val="solid"/>
          </a:ln>
        </p:spPr>
        <p:txBody>
          <a:bodyPr xmlns:a="http://schemas.openxmlformats.org/drawingml/2006/main" wrap="square" lIns="19050" tIns="19050" rIns="19050" bIns="19050" anchor="ctr">
            <a:normAutofit/>
          </a:bodyPr>
          <a:lstStyle xmlns:a="http://schemas.openxmlformats.org/drawingml/2006/main">
            <a:defPPr algn="ctr">
              <a:defRPr sz="1350" b="1">
                <a:solidFill>
                  <a:srgbClr val="FFFFFF"/>
                </a:solidFill>
                <a:latin typeface="Arial"/>
                <a:ea typeface="Arial"/>
                <a:cs typeface="Arial"/>
              </a:defRPr>
            </a:defPPr>
            <a:lvl1pPr algn="ctr">
              <a:buNone/>
              <a:defRPr sz="1350" b="1">
                <a:solidFill>
                  <a:srgbClr val="FFFFFF"/>
                </a:solidFill>
                <a:latin typeface="Arial"/>
                <a:ea typeface="Arial"/>
                <a:cs typeface="Arial"/>
              </a:defRPr>
            </a:lvl1pPr>
            <a:lvl2pPr algn="ctr">
              <a:buNone/>
              <a:defRPr sz="1350" b="1">
                <a:solidFill>
                  <a:srgbClr val="FFFFFF"/>
                </a:solidFill>
                <a:latin typeface="Arial"/>
                <a:ea typeface="Arial"/>
                <a:cs typeface="Arial"/>
              </a:defRPr>
            </a:lvl2pPr>
            <a:lvl3pPr algn="ctr">
              <a:buNone/>
              <a:defRPr sz="1350" b="1">
                <a:solidFill>
                  <a:srgbClr val="FFFFFF"/>
                </a:solidFill>
                <a:latin typeface="Arial"/>
                <a:ea typeface="Arial"/>
                <a:cs typeface="Arial"/>
              </a:defRPr>
            </a:lvl3pPr>
            <a:lvl4pPr algn="ctr">
              <a:buNone/>
              <a:defRPr sz="1350" b="1">
                <a:solidFill>
                  <a:srgbClr val="FFFFFF"/>
                </a:solidFill>
                <a:latin typeface="Arial"/>
                <a:ea typeface="Arial"/>
                <a:cs typeface="Arial"/>
              </a:defRPr>
            </a:lvl4pPr>
            <a:lvl5pPr algn="ctr">
              <a:buNone/>
              <a:defRPr sz="1350" b="1">
                <a:solidFill>
                  <a:srgbClr val="FFFFFF"/>
                </a:solidFill>
                <a:latin typeface="Arial"/>
                <a:ea typeface="Arial"/>
                <a:cs typeface="Arial"/>
              </a:defRPr>
            </a:lvl5pPr>
            <a:lvl6pPr algn="ctr">
              <a:buNone/>
              <a:defRPr sz="1350" b="1">
                <a:solidFill>
                  <a:srgbClr val="FFFFFF"/>
                </a:solidFill>
                <a:latin typeface="Arial"/>
                <a:ea typeface="Arial"/>
                <a:cs typeface="Arial"/>
              </a:defRPr>
            </a:lvl6pPr>
            <a:lvl7pPr algn="ctr">
              <a:buNone/>
              <a:defRPr sz="1350" b="1">
                <a:solidFill>
                  <a:srgbClr val="FFFFFF"/>
                </a:solidFill>
                <a:latin typeface="Arial"/>
                <a:ea typeface="Arial"/>
                <a:cs typeface="Arial"/>
              </a:defRPr>
            </a:lvl7pPr>
            <a:lvl8pPr algn="ctr">
              <a:buNone/>
              <a:defRPr sz="1350" b="1">
                <a:solidFill>
                  <a:srgbClr val="FFFFFF"/>
                </a:solidFill>
                <a:latin typeface="Arial"/>
                <a:ea typeface="Arial"/>
                <a:cs typeface="Arial"/>
              </a:defRPr>
            </a:lvl8pPr>
            <a:lvl9pPr algn="ctr">
              <a:buNone/>
              <a:defRPr sz="1350" b="1">
                <a:solidFill>
                  <a:srgbClr val="FFFFFF"/>
                </a:solidFill>
                <a:latin typeface="Arial"/>
                <a:ea typeface="Arial"/>
                <a:cs typeface="Arial"/>
              </a:defRPr>
            </a:lvl9pPr>
          </a:lstStyle>
          <a:p xmlns:a="http://schemas.openxmlformats.org/drawingml/2006/main">
            <a:pPr algn="ctr">
              <a:lnSpc>
                <a:spcPct val="105000"/>
              </a:lnSpc>
              <a:buNone/>
              <a:defRPr sz="1350" b="1">
                <a:solidFill>
                  <a:srgbClr val="FFFFFF"/>
                </a:solidFill>
                <a:latin typeface="Arial"/>
                <a:ea typeface="Arial"/>
                <a:cs typeface="Arial"/>
              </a:defRPr>
            </a:pPr>
            <a:r>
              <a:rPr sz="1350" b="1">
                <a:solidFill>
                  <a:srgbClr val="FFFFFF"/>
                </a:solidFill>
                <a:latin typeface="Times New Roman"/>
                <a:ea typeface="Times New Roman"/>
                <a:cs typeface="Times New Roman"/>
              </a:rPr>
              <a:t>1</a:t>
            </a:r>
          </a:p>
        </p:txBody>
      </p:sp>
      <p:sp>
        <p:nvSpPr>
          <p:cNvPr id="8" name="矩形 7">
            <a:extLst xmlns:a="http://schemas.openxmlformats.org/drawingml/2006/main">
              <a:ext uri="{FF2B5EF4-FFF2-40B4-BE49-F238E27FC236}">
                <a16:creationId xmlns:a16="http://schemas.microsoft.com/office/drawing/2014/main" id="{6DE7D9D3-1139-4F1B-BE8F-D2D31E1DC359}"/>
              </a:ext>
            </a:extLst>
          </p:cNvPr>
          <p:cNvSpPr>
            <a:spLocks xmlns:a="http://schemas.openxmlformats.org/drawingml/2006/main" noGrp="1"/>
          </p:cNvSpPr>
          <p:nvPr/>
        </p:nvSpPr>
        <p:spPr>
          <a:xfrm xmlns:a="http://schemas.openxmlformats.org/drawingml/2006/main">
            <a:off x="5695950" y="1771650"/>
            <a:ext cx="5334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24282C"/>
                </a:solidFill>
                <a:latin typeface="Arial"/>
                <a:ea typeface="Arial"/>
                <a:cs typeface="Arial"/>
              </a:defRPr>
            </a:defPPr>
            <a:lvl1pPr algn="l">
              <a:buNone/>
              <a:defRPr sz="1275" b="0">
                <a:solidFill>
                  <a:srgbClr val="24282C"/>
                </a:solidFill>
                <a:latin typeface="Arial"/>
                <a:ea typeface="Arial"/>
                <a:cs typeface="Arial"/>
              </a:defRPr>
            </a:lvl1pPr>
            <a:lvl2pPr algn="l">
              <a:buNone/>
              <a:defRPr sz="1275" b="0">
                <a:solidFill>
                  <a:srgbClr val="24282C"/>
                </a:solidFill>
                <a:latin typeface="Arial"/>
                <a:ea typeface="Arial"/>
                <a:cs typeface="Arial"/>
              </a:defRPr>
            </a:lvl2pPr>
            <a:lvl3pPr algn="l">
              <a:buNone/>
              <a:defRPr sz="1275" b="0">
                <a:solidFill>
                  <a:srgbClr val="24282C"/>
                </a:solidFill>
                <a:latin typeface="Arial"/>
                <a:ea typeface="Arial"/>
                <a:cs typeface="Arial"/>
              </a:defRPr>
            </a:lvl3pPr>
            <a:lvl4pPr algn="l">
              <a:buNone/>
              <a:defRPr sz="1275" b="0">
                <a:solidFill>
                  <a:srgbClr val="24282C"/>
                </a:solidFill>
                <a:latin typeface="Arial"/>
                <a:ea typeface="Arial"/>
                <a:cs typeface="Arial"/>
              </a:defRPr>
            </a:lvl4pPr>
            <a:lvl5pPr algn="l">
              <a:buNone/>
              <a:defRPr sz="1275" b="0">
                <a:solidFill>
                  <a:srgbClr val="24282C"/>
                </a:solidFill>
                <a:latin typeface="Arial"/>
                <a:ea typeface="Arial"/>
                <a:cs typeface="Arial"/>
              </a:defRPr>
            </a:lvl5pPr>
            <a:lvl6pPr algn="l">
              <a:buNone/>
              <a:defRPr sz="1275" b="0">
                <a:solidFill>
                  <a:srgbClr val="24282C"/>
                </a:solidFill>
                <a:latin typeface="Arial"/>
                <a:ea typeface="Arial"/>
                <a:cs typeface="Arial"/>
              </a:defRPr>
            </a:lvl6pPr>
            <a:lvl7pPr algn="l">
              <a:buNone/>
              <a:defRPr sz="1275" b="0">
                <a:solidFill>
                  <a:srgbClr val="24282C"/>
                </a:solidFill>
                <a:latin typeface="Arial"/>
                <a:ea typeface="Arial"/>
                <a:cs typeface="Arial"/>
              </a:defRPr>
            </a:lvl7pPr>
            <a:lvl8pPr algn="l">
              <a:buNone/>
              <a:defRPr sz="1275" b="0">
                <a:solidFill>
                  <a:srgbClr val="24282C"/>
                </a:solidFill>
                <a:latin typeface="Arial"/>
                <a:ea typeface="Arial"/>
                <a:cs typeface="Arial"/>
              </a:defRPr>
            </a:lvl8pPr>
            <a:lvl9pPr algn="l">
              <a:buNone/>
              <a:defRPr sz="1275" b="0">
                <a:solidFill>
                  <a:srgbClr val="24282C"/>
                </a:solidFill>
                <a:latin typeface="Arial"/>
                <a:ea typeface="Arial"/>
                <a:cs typeface="Arial"/>
              </a:defRPr>
            </a:lvl9pPr>
          </a:lstStyle>
          <a:p xmlns:a="http://schemas.openxmlformats.org/drawingml/2006/main">
            <a:pPr algn="l">
              <a:lnSpc>
                <a:spcPct val="112000"/>
              </a:lnSpc>
              <a:buNone/>
              <a:defRPr sz="1275" b="0">
                <a:solidFill>
                  <a:srgbClr val="24282C"/>
                </a:solidFill>
                <a:latin typeface="Arial"/>
                <a:ea typeface="Arial"/>
                <a:cs typeface="Arial"/>
              </a:defRPr>
            </a:pPr>
            <a:r>
              <a:rPr sz="1275" b="0">
                <a:solidFill>
                  <a:srgbClr val="24282C"/>
                </a:solidFill>
                <a:latin typeface="Times New Roman"/>
                <a:ea typeface="Times New Roman"/>
                <a:cs typeface="Times New Roman"/>
              </a:rPr>
              <a:t>A flea feeds on an infected rodent</a:t>
            </a:r>
          </a:p>
        </p:txBody>
      </p:sp>
      <p:sp>
        <p:nvSpPr>
          <p:cNvPr id="9" name="矩形 8">
            <a:extLst xmlns:a="http://schemas.openxmlformats.org/drawingml/2006/main">
              <a:ext uri="{FF2B5EF4-FFF2-40B4-BE49-F238E27FC236}">
                <a16:creationId xmlns:a16="http://schemas.microsoft.com/office/drawing/2014/main" id="{DC29F81F-38B8-4D88-BE68-590ACA7C02C0}"/>
              </a:ext>
            </a:extLst>
          </p:cNvPr>
          <p:cNvSpPr>
            <a:spLocks xmlns:a="http://schemas.openxmlformats.org/drawingml/2006/main" noGrp="1"/>
          </p:cNvSpPr>
          <p:nvPr/>
        </p:nvSpPr>
        <p:spPr>
          <a:xfrm xmlns:a="http://schemas.openxmlformats.org/drawingml/2006/main">
            <a:off x="5219700" y="2524125"/>
            <a:ext cx="323850" cy="304800"/>
          </a:xfrm>
          <a:prstGeom xmlns:a="http://schemas.openxmlformats.org/drawingml/2006/main" prst="rect">
            <a:avLst/>
          </a:prstGeom>
          <a:solidFill xmlns:a="http://schemas.openxmlformats.org/drawingml/2006/main">
            <a:srgbClr val="2878A5"/>
          </a:solidFill>
          <a:ln xmlns:a="http://schemas.openxmlformats.org/drawingml/2006/main" w="0">
            <a:noFill/>
            <a:prstDash val="solid"/>
          </a:ln>
        </p:spPr>
        <p:txBody>
          <a:bodyPr xmlns:a="http://schemas.openxmlformats.org/drawingml/2006/main" wrap="square" lIns="19050" tIns="19050" rIns="19050" bIns="19050" anchor="ctr">
            <a:normAutofit/>
          </a:bodyPr>
          <a:lstStyle xmlns:a="http://schemas.openxmlformats.org/drawingml/2006/main">
            <a:defPPr algn="ctr">
              <a:defRPr sz="1350" b="1">
                <a:solidFill>
                  <a:srgbClr val="FFFFFF"/>
                </a:solidFill>
                <a:latin typeface="Arial"/>
                <a:ea typeface="Arial"/>
                <a:cs typeface="Arial"/>
              </a:defRPr>
            </a:defPPr>
            <a:lvl1pPr algn="ctr">
              <a:buNone/>
              <a:defRPr sz="1350" b="1">
                <a:solidFill>
                  <a:srgbClr val="FFFFFF"/>
                </a:solidFill>
                <a:latin typeface="Arial"/>
                <a:ea typeface="Arial"/>
                <a:cs typeface="Arial"/>
              </a:defRPr>
            </a:lvl1pPr>
            <a:lvl2pPr algn="ctr">
              <a:buNone/>
              <a:defRPr sz="1350" b="1">
                <a:solidFill>
                  <a:srgbClr val="FFFFFF"/>
                </a:solidFill>
                <a:latin typeface="Arial"/>
                <a:ea typeface="Arial"/>
                <a:cs typeface="Arial"/>
              </a:defRPr>
            </a:lvl2pPr>
            <a:lvl3pPr algn="ctr">
              <a:buNone/>
              <a:defRPr sz="1350" b="1">
                <a:solidFill>
                  <a:srgbClr val="FFFFFF"/>
                </a:solidFill>
                <a:latin typeface="Arial"/>
                <a:ea typeface="Arial"/>
                <a:cs typeface="Arial"/>
              </a:defRPr>
            </a:lvl3pPr>
            <a:lvl4pPr algn="ctr">
              <a:buNone/>
              <a:defRPr sz="1350" b="1">
                <a:solidFill>
                  <a:srgbClr val="FFFFFF"/>
                </a:solidFill>
                <a:latin typeface="Arial"/>
                <a:ea typeface="Arial"/>
                <a:cs typeface="Arial"/>
              </a:defRPr>
            </a:lvl4pPr>
            <a:lvl5pPr algn="ctr">
              <a:buNone/>
              <a:defRPr sz="1350" b="1">
                <a:solidFill>
                  <a:srgbClr val="FFFFFF"/>
                </a:solidFill>
                <a:latin typeface="Arial"/>
                <a:ea typeface="Arial"/>
                <a:cs typeface="Arial"/>
              </a:defRPr>
            </a:lvl5pPr>
            <a:lvl6pPr algn="ctr">
              <a:buNone/>
              <a:defRPr sz="1350" b="1">
                <a:solidFill>
                  <a:srgbClr val="FFFFFF"/>
                </a:solidFill>
                <a:latin typeface="Arial"/>
                <a:ea typeface="Arial"/>
                <a:cs typeface="Arial"/>
              </a:defRPr>
            </a:lvl6pPr>
            <a:lvl7pPr algn="ctr">
              <a:buNone/>
              <a:defRPr sz="1350" b="1">
                <a:solidFill>
                  <a:srgbClr val="FFFFFF"/>
                </a:solidFill>
                <a:latin typeface="Arial"/>
                <a:ea typeface="Arial"/>
                <a:cs typeface="Arial"/>
              </a:defRPr>
            </a:lvl7pPr>
            <a:lvl8pPr algn="ctr">
              <a:buNone/>
              <a:defRPr sz="1350" b="1">
                <a:solidFill>
                  <a:srgbClr val="FFFFFF"/>
                </a:solidFill>
                <a:latin typeface="Arial"/>
                <a:ea typeface="Arial"/>
                <a:cs typeface="Arial"/>
              </a:defRPr>
            </a:lvl8pPr>
            <a:lvl9pPr algn="ctr">
              <a:buNone/>
              <a:defRPr sz="1350" b="1">
                <a:solidFill>
                  <a:srgbClr val="FFFFFF"/>
                </a:solidFill>
                <a:latin typeface="Arial"/>
                <a:ea typeface="Arial"/>
                <a:cs typeface="Arial"/>
              </a:defRPr>
            </a:lvl9pPr>
          </a:lstStyle>
          <a:p xmlns:a="http://schemas.openxmlformats.org/drawingml/2006/main">
            <a:pPr algn="ctr">
              <a:lnSpc>
                <a:spcPct val="105000"/>
              </a:lnSpc>
              <a:buNone/>
              <a:defRPr sz="1350" b="1">
                <a:solidFill>
                  <a:srgbClr val="FFFFFF"/>
                </a:solidFill>
                <a:latin typeface="Arial"/>
                <a:ea typeface="Arial"/>
                <a:cs typeface="Arial"/>
              </a:defRPr>
            </a:pPr>
            <a:r>
              <a:rPr sz="1350" b="1">
                <a:solidFill>
                  <a:srgbClr val="FFFFFF"/>
                </a:solidFill>
                <a:latin typeface="Times New Roman"/>
                <a:ea typeface="Times New Roman"/>
                <a:cs typeface="Times New Roman"/>
              </a:rPr>
              <a:t>2</a:t>
            </a:r>
          </a:p>
        </p:txBody>
      </p:sp>
      <p:sp>
        <p:nvSpPr>
          <p:cNvPr id="10" name="矩形 9">
            <a:extLst xmlns:a="http://schemas.openxmlformats.org/drawingml/2006/main">
              <a:ext uri="{FF2B5EF4-FFF2-40B4-BE49-F238E27FC236}">
                <a16:creationId xmlns:a16="http://schemas.microsoft.com/office/drawing/2014/main" id="{AEA9939E-C60A-4C8B-9809-3757E4ACACDC}"/>
              </a:ext>
            </a:extLst>
          </p:cNvPr>
          <p:cNvSpPr>
            <a:spLocks xmlns:a="http://schemas.openxmlformats.org/drawingml/2006/main" noGrp="1"/>
          </p:cNvSpPr>
          <p:nvPr/>
        </p:nvSpPr>
        <p:spPr>
          <a:xfrm xmlns:a="http://schemas.openxmlformats.org/drawingml/2006/main">
            <a:off x="5695950" y="2505075"/>
            <a:ext cx="5334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24282C"/>
                </a:solidFill>
                <a:latin typeface="Arial"/>
                <a:ea typeface="Arial"/>
                <a:cs typeface="Arial"/>
              </a:defRPr>
            </a:defPPr>
            <a:lvl1pPr algn="l">
              <a:buNone/>
              <a:defRPr sz="1275" b="0">
                <a:solidFill>
                  <a:srgbClr val="24282C"/>
                </a:solidFill>
                <a:latin typeface="Arial"/>
                <a:ea typeface="Arial"/>
                <a:cs typeface="Arial"/>
              </a:defRPr>
            </a:lvl1pPr>
            <a:lvl2pPr algn="l">
              <a:buNone/>
              <a:defRPr sz="1275" b="0">
                <a:solidFill>
                  <a:srgbClr val="24282C"/>
                </a:solidFill>
                <a:latin typeface="Arial"/>
                <a:ea typeface="Arial"/>
                <a:cs typeface="Arial"/>
              </a:defRPr>
            </a:lvl2pPr>
            <a:lvl3pPr algn="l">
              <a:buNone/>
              <a:defRPr sz="1275" b="0">
                <a:solidFill>
                  <a:srgbClr val="24282C"/>
                </a:solidFill>
                <a:latin typeface="Arial"/>
                <a:ea typeface="Arial"/>
                <a:cs typeface="Arial"/>
              </a:defRPr>
            </a:lvl3pPr>
            <a:lvl4pPr algn="l">
              <a:buNone/>
              <a:defRPr sz="1275" b="0">
                <a:solidFill>
                  <a:srgbClr val="24282C"/>
                </a:solidFill>
                <a:latin typeface="Arial"/>
                <a:ea typeface="Arial"/>
                <a:cs typeface="Arial"/>
              </a:defRPr>
            </a:lvl4pPr>
            <a:lvl5pPr algn="l">
              <a:buNone/>
              <a:defRPr sz="1275" b="0">
                <a:solidFill>
                  <a:srgbClr val="24282C"/>
                </a:solidFill>
                <a:latin typeface="Arial"/>
                <a:ea typeface="Arial"/>
                <a:cs typeface="Arial"/>
              </a:defRPr>
            </a:lvl5pPr>
            <a:lvl6pPr algn="l">
              <a:buNone/>
              <a:defRPr sz="1275" b="0">
                <a:solidFill>
                  <a:srgbClr val="24282C"/>
                </a:solidFill>
                <a:latin typeface="Arial"/>
                <a:ea typeface="Arial"/>
                <a:cs typeface="Arial"/>
              </a:defRPr>
            </a:lvl6pPr>
            <a:lvl7pPr algn="l">
              <a:buNone/>
              <a:defRPr sz="1275" b="0">
                <a:solidFill>
                  <a:srgbClr val="24282C"/>
                </a:solidFill>
                <a:latin typeface="Arial"/>
                <a:ea typeface="Arial"/>
                <a:cs typeface="Arial"/>
              </a:defRPr>
            </a:lvl7pPr>
            <a:lvl8pPr algn="l">
              <a:buNone/>
              <a:defRPr sz="1275" b="0">
                <a:solidFill>
                  <a:srgbClr val="24282C"/>
                </a:solidFill>
                <a:latin typeface="Arial"/>
                <a:ea typeface="Arial"/>
                <a:cs typeface="Arial"/>
              </a:defRPr>
            </a:lvl8pPr>
            <a:lvl9pPr algn="l">
              <a:buNone/>
              <a:defRPr sz="1275" b="0">
                <a:solidFill>
                  <a:srgbClr val="24282C"/>
                </a:solidFill>
                <a:latin typeface="Arial"/>
                <a:ea typeface="Arial"/>
                <a:cs typeface="Arial"/>
              </a:defRPr>
            </a:lvl9pPr>
          </a:lstStyle>
          <a:p xmlns:a="http://schemas.openxmlformats.org/drawingml/2006/main">
            <a:pPr algn="l">
              <a:lnSpc>
                <a:spcPct val="112000"/>
              </a:lnSpc>
              <a:buNone/>
              <a:defRPr sz="1275" b="0">
                <a:solidFill>
                  <a:srgbClr val="24282C"/>
                </a:solidFill>
                <a:latin typeface="Arial"/>
                <a:ea typeface="Arial"/>
                <a:cs typeface="Arial"/>
              </a:defRPr>
            </a:pPr>
            <a:r>
              <a:rPr sz="1275" b="0">
                <a:solidFill>
                  <a:srgbClr val="24282C"/>
                </a:solidFill>
                <a:latin typeface="Times New Roman"/>
                <a:ea typeface="Times New Roman"/>
                <a:cs typeface="Times New Roman"/>
              </a:rPr>
              <a:t>The flea picks up Yersinia pestis bacteria</a:t>
            </a:r>
          </a:p>
        </p:txBody>
      </p:sp>
      <p:sp>
        <p:nvSpPr>
          <p:cNvPr id="11" name="矩形 10">
            <a:extLst xmlns:a="http://schemas.openxmlformats.org/drawingml/2006/main">
              <a:ext uri="{FF2B5EF4-FFF2-40B4-BE49-F238E27FC236}">
                <a16:creationId xmlns:a16="http://schemas.microsoft.com/office/drawing/2014/main" id="{51333451-E2E9-43C6-BE6E-593FAFD9D1C3}"/>
              </a:ext>
            </a:extLst>
          </p:cNvPr>
          <p:cNvSpPr>
            <a:spLocks xmlns:a="http://schemas.openxmlformats.org/drawingml/2006/main" noGrp="1"/>
          </p:cNvSpPr>
          <p:nvPr/>
        </p:nvSpPr>
        <p:spPr>
          <a:xfrm xmlns:a="http://schemas.openxmlformats.org/drawingml/2006/main">
            <a:off x="5219700" y="3257550"/>
            <a:ext cx="323850" cy="304800"/>
          </a:xfrm>
          <a:prstGeom xmlns:a="http://schemas.openxmlformats.org/drawingml/2006/main" prst="rect">
            <a:avLst/>
          </a:prstGeom>
          <a:solidFill xmlns:a="http://schemas.openxmlformats.org/drawingml/2006/main">
            <a:srgbClr val="2878A5"/>
          </a:solidFill>
          <a:ln xmlns:a="http://schemas.openxmlformats.org/drawingml/2006/main" w="0">
            <a:noFill/>
            <a:prstDash val="solid"/>
          </a:ln>
        </p:spPr>
        <p:txBody>
          <a:bodyPr xmlns:a="http://schemas.openxmlformats.org/drawingml/2006/main" wrap="square" lIns="19050" tIns="19050" rIns="19050" bIns="19050" anchor="ctr">
            <a:normAutofit/>
          </a:bodyPr>
          <a:lstStyle xmlns:a="http://schemas.openxmlformats.org/drawingml/2006/main">
            <a:defPPr algn="ctr">
              <a:defRPr sz="1350" b="1">
                <a:solidFill>
                  <a:srgbClr val="FFFFFF"/>
                </a:solidFill>
                <a:latin typeface="Arial"/>
                <a:ea typeface="Arial"/>
                <a:cs typeface="Arial"/>
              </a:defRPr>
            </a:defPPr>
            <a:lvl1pPr algn="ctr">
              <a:buNone/>
              <a:defRPr sz="1350" b="1">
                <a:solidFill>
                  <a:srgbClr val="FFFFFF"/>
                </a:solidFill>
                <a:latin typeface="Arial"/>
                <a:ea typeface="Arial"/>
                <a:cs typeface="Arial"/>
              </a:defRPr>
            </a:lvl1pPr>
            <a:lvl2pPr algn="ctr">
              <a:buNone/>
              <a:defRPr sz="1350" b="1">
                <a:solidFill>
                  <a:srgbClr val="FFFFFF"/>
                </a:solidFill>
                <a:latin typeface="Arial"/>
                <a:ea typeface="Arial"/>
                <a:cs typeface="Arial"/>
              </a:defRPr>
            </a:lvl2pPr>
            <a:lvl3pPr algn="ctr">
              <a:buNone/>
              <a:defRPr sz="1350" b="1">
                <a:solidFill>
                  <a:srgbClr val="FFFFFF"/>
                </a:solidFill>
                <a:latin typeface="Arial"/>
                <a:ea typeface="Arial"/>
                <a:cs typeface="Arial"/>
              </a:defRPr>
            </a:lvl3pPr>
            <a:lvl4pPr algn="ctr">
              <a:buNone/>
              <a:defRPr sz="1350" b="1">
                <a:solidFill>
                  <a:srgbClr val="FFFFFF"/>
                </a:solidFill>
                <a:latin typeface="Arial"/>
                <a:ea typeface="Arial"/>
                <a:cs typeface="Arial"/>
              </a:defRPr>
            </a:lvl4pPr>
            <a:lvl5pPr algn="ctr">
              <a:buNone/>
              <a:defRPr sz="1350" b="1">
                <a:solidFill>
                  <a:srgbClr val="FFFFFF"/>
                </a:solidFill>
                <a:latin typeface="Arial"/>
                <a:ea typeface="Arial"/>
                <a:cs typeface="Arial"/>
              </a:defRPr>
            </a:lvl5pPr>
            <a:lvl6pPr algn="ctr">
              <a:buNone/>
              <a:defRPr sz="1350" b="1">
                <a:solidFill>
                  <a:srgbClr val="FFFFFF"/>
                </a:solidFill>
                <a:latin typeface="Arial"/>
                <a:ea typeface="Arial"/>
                <a:cs typeface="Arial"/>
              </a:defRPr>
            </a:lvl6pPr>
            <a:lvl7pPr algn="ctr">
              <a:buNone/>
              <a:defRPr sz="1350" b="1">
                <a:solidFill>
                  <a:srgbClr val="FFFFFF"/>
                </a:solidFill>
                <a:latin typeface="Arial"/>
                <a:ea typeface="Arial"/>
                <a:cs typeface="Arial"/>
              </a:defRPr>
            </a:lvl7pPr>
            <a:lvl8pPr algn="ctr">
              <a:buNone/>
              <a:defRPr sz="1350" b="1">
                <a:solidFill>
                  <a:srgbClr val="FFFFFF"/>
                </a:solidFill>
                <a:latin typeface="Arial"/>
                <a:ea typeface="Arial"/>
                <a:cs typeface="Arial"/>
              </a:defRPr>
            </a:lvl8pPr>
            <a:lvl9pPr algn="ctr">
              <a:buNone/>
              <a:defRPr sz="1350" b="1">
                <a:solidFill>
                  <a:srgbClr val="FFFFFF"/>
                </a:solidFill>
                <a:latin typeface="Arial"/>
                <a:ea typeface="Arial"/>
                <a:cs typeface="Arial"/>
              </a:defRPr>
            </a:lvl9pPr>
          </a:lstStyle>
          <a:p xmlns:a="http://schemas.openxmlformats.org/drawingml/2006/main">
            <a:pPr algn="ctr">
              <a:lnSpc>
                <a:spcPct val="105000"/>
              </a:lnSpc>
              <a:buNone/>
              <a:defRPr sz="1350" b="1">
                <a:solidFill>
                  <a:srgbClr val="FFFFFF"/>
                </a:solidFill>
                <a:latin typeface="Arial"/>
                <a:ea typeface="Arial"/>
                <a:cs typeface="Arial"/>
              </a:defRPr>
            </a:pPr>
            <a:r>
              <a:rPr sz="1350" b="1">
                <a:solidFill>
                  <a:srgbClr val="FFFFFF"/>
                </a:solidFill>
                <a:latin typeface="Times New Roman"/>
                <a:ea typeface="Times New Roman"/>
                <a:cs typeface="Times New Roman"/>
              </a:rPr>
              <a:t>3</a:t>
            </a:r>
          </a:p>
        </p:txBody>
      </p:sp>
      <p:sp>
        <p:nvSpPr>
          <p:cNvPr id="12" name="矩形 11">
            <a:extLst xmlns:a="http://schemas.openxmlformats.org/drawingml/2006/main">
              <a:ext uri="{FF2B5EF4-FFF2-40B4-BE49-F238E27FC236}">
                <a16:creationId xmlns:a16="http://schemas.microsoft.com/office/drawing/2014/main" id="{6E8E224B-DF14-4987-AFBF-DBCC8B5AAEEB}"/>
              </a:ext>
            </a:extLst>
          </p:cNvPr>
          <p:cNvSpPr>
            <a:spLocks xmlns:a="http://schemas.openxmlformats.org/drawingml/2006/main" noGrp="1"/>
          </p:cNvSpPr>
          <p:nvPr/>
        </p:nvSpPr>
        <p:spPr>
          <a:xfrm xmlns:a="http://schemas.openxmlformats.org/drawingml/2006/main">
            <a:off x="5695950" y="3238500"/>
            <a:ext cx="5334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24282C"/>
                </a:solidFill>
                <a:latin typeface="Arial"/>
                <a:ea typeface="Arial"/>
                <a:cs typeface="Arial"/>
              </a:defRPr>
            </a:defPPr>
            <a:lvl1pPr algn="l">
              <a:buNone/>
              <a:defRPr sz="1275" b="0">
                <a:solidFill>
                  <a:srgbClr val="24282C"/>
                </a:solidFill>
                <a:latin typeface="Arial"/>
                <a:ea typeface="Arial"/>
                <a:cs typeface="Arial"/>
              </a:defRPr>
            </a:lvl1pPr>
            <a:lvl2pPr algn="l">
              <a:buNone/>
              <a:defRPr sz="1275" b="0">
                <a:solidFill>
                  <a:srgbClr val="24282C"/>
                </a:solidFill>
                <a:latin typeface="Arial"/>
                <a:ea typeface="Arial"/>
                <a:cs typeface="Arial"/>
              </a:defRPr>
            </a:lvl2pPr>
            <a:lvl3pPr algn="l">
              <a:buNone/>
              <a:defRPr sz="1275" b="0">
                <a:solidFill>
                  <a:srgbClr val="24282C"/>
                </a:solidFill>
                <a:latin typeface="Arial"/>
                <a:ea typeface="Arial"/>
                <a:cs typeface="Arial"/>
              </a:defRPr>
            </a:lvl3pPr>
            <a:lvl4pPr algn="l">
              <a:buNone/>
              <a:defRPr sz="1275" b="0">
                <a:solidFill>
                  <a:srgbClr val="24282C"/>
                </a:solidFill>
                <a:latin typeface="Arial"/>
                <a:ea typeface="Arial"/>
                <a:cs typeface="Arial"/>
              </a:defRPr>
            </a:lvl4pPr>
            <a:lvl5pPr algn="l">
              <a:buNone/>
              <a:defRPr sz="1275" b="0">
                <a:solidFill>
                  <a:srgbClr val="24282C"/>
                </a:solidFill>
                <a:latin typeface="Arial"/>
                <a:ea typeface="Arial"/>
                <a:cs typeface="Arial"/>
              </a:defRPr>
            </a:lvl5pPr>
            <a:lvl6pPr algn="l">
              <a:buNone/>
              <a:defRPr sz="1275" b="0">
                <a:solidFill>
                  <a:srgbClr val="24282C"/>
                </a:solidFill>
                <a:latin typeface="Arial"/>
                <a:ea typeface="Arial"/>
                <a:cs typeface="Arial"/>
              </a:defRPr>
            </a:lvl6pPr>
            <a:lvl7pPr algn="l">
              <a:buNone/>
              <a:defRPr sz="1275" b="0">
                <a:solidFill>
                  <a:srgbClr val="24282C"/>
                </a:solidFill>
                <a:latin typeface="Arial"/>
                <a:ea typeface="Arial"/>
                <a:cs typeface="Arial"/>
              </a:defRPr>
            </a:lvl7pPr>
            <a:lvl8pPr algn="l">
              <a:buNone/>
              <a:defRPr sz="1275" b="0">
                <a:solidFill>
                  <a:srgbClr val="24282C"/>
                </a:solidFill>
                <a:latin typeface="Arial"/>
                <a:ea typeface="Arial"/>
                <a:cs typeface="Arial"/>
              </a:defRPr>
            </a:lvl8pPr>
            <a:lvl9pPr algn="l">
              <a:buNone/>
              <a:defRPr sz="1275" b="0">
                <a:solidFill>
                  <a:srgbClr val="24282C"/>
                </a:solidFill>
                <a:latin typeface="Arial"/>
                <a:ea typeface="Arial"/>
                <a:cs typeface="Arial"/>
              </a:defRPr>
            </a:lvl9pPr>
          </a:lstStyle>
          <a:p xmlns:a="http://schemas.openxmlformats.org/drawingml/2006/main">
            <a:pPr algn="l">
              <a:lnSpc>
                <a:spcPct val="112000"/>
              </a:lnSpc>
              <a:buNone/>
              <a:defRPr sz="1275" b="0">
                <a:solidFill>
                  <a:srgbClr val="24282C"/>
                </a:solidFill>
                <a:latin typeface="Arial"/>
                <a:ea typeface="Arial"/>
                <a:cs typeface="Arial"/>
              </a:defRPr>
            </a:pPr>
            <a:r>
              <a:rPr sz="1275" b="0">
                <a:solidFill>
                  <a:srgbClr val="24282C"/>
                </a:solidFill>
                <a:latin typeface="Times New Roman"/>
                <a:ea typeface="Times New Roman"/>
                <a:cs typeface="Times New Roman"/>
              </a:rPr>
              <a:t>An infected flea bites a person</a:t>
            </a:r>
          </a:p>
        </p:txBody>
      </p:sp>
      <p:sp>
        <p:nvSpPr>
          <p:cNvPr id="13" name="矩形 12">
            <a:extLst xmlns:a="http://schemas.openxmlformats.org/drawingml/2006/main">
              <a:ext uri="{FF2B5EF4-FFF2-40B4-BE49-F238E27FC236}">
                <a16:creationId xmlns:a16="http://schemas.microsoft.com/office/drawing/2014/main" id="{8F5301A2-89AE-4DA9-A574-C50E19C6767C}"/>
              </a:ext>
            </a:extLst>
          </p:cNvPr>
          <p:cNvSpPr>
            <a:spLocks xmlns:a="http://schemas.openxmlformats.org/drawingml/2006/main" noGrp="1"/>
          </p:cNvSpPr>
          <p:nvPr/>
        </p:nvSpPr>
        <p:spPr>
          <a:xfrm xmlns:a="http://schemas.openxmlformats.org/drawingml/2006/main">
            <a:off x="5219700" y="4000500"/>
            <a:ext cx="5810250" cy="9525"/>
          </a:xfrm>
          <a:prstGeom xmlns:a="http://schemas.openxmlformats.org/drawingml/2006/main" prst="rect">
            <a:avLst/>
          </a:prstGeom>
          <a:solidFill xmlns:a="http://schemas.openxmlformats.org/drawingml/2006/main">
            <a:srgbClr val="C8D0D5"/>
          </a:solidFill>
          <a:ln xmlns:a="http://schemas.openxmlformats.org/drawingml/2006/main" w="0">
            <a:noFill/>
            <a:prstDash val="solid"/>
          </a:ln>
        </p:spPr>
      </p:sp>
      <p:sp>
        <p:nvSpPr>
          <p:cNvPr id="14" name="矩形 13">
            <a:extLst xmlns:a="http://schemas.openxmlformats.org/drawingml/2006/main">
              <a:ext uri="{FF2B5EF4-FFF2-40B4-BE49-F238E27FC236}">
                <a16:creationId xmlns:a16="http://schemas.microsoft.com/office/drawing/2014/main" id="{F220E9C4-3C2F-4F39-8FAF-18603FF2F1BC}"/>
              </a:ext>
            </a:extLst>
          </p:cNvPr>
          <p:cNvSpPr>
            <a:spLocks xmlns:a="http://schemas.openxmlformats.org/drawingml/2006/main" noGrp="1"/>
          </p:cNvSpPr>
          <p:nvPr/>
        </p:nvSpPr>
        <p:spPr>
          <a:xfrm xmlns:a="http://schemas.openxmlformats.org/drawingml/2006/main">
            <a:off x="5219700" y="4267200"/>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2D7774"/>
                </a:solidFill>
                <a:latin typeface="Arial"/>
                <a:ea typeface="Arial"/>
                <a:cs typeface="Arial"/>
              </a:defRPr>
            </a:defPPr>
            <a:lvl1pPr algn="l">
              <a:buNone/>
              <a:defRPr sz="1125" b="1">
                <a:solidFill>
                  <a:srgbClr val="2D7774"/>
                </a:solidFill>
                <a:latin typeface="Arial"/>
                <a:ea typeface="Arial"/>
                <a:cs typeface="Arial"/>
              </a:defRPr>
            </a:lvl1pPr>
            <a:lvl2pPr algn="l">
              <a:buNone/>
              <a:defRPr sz="1125" b="1">
                <a:solidFill>
                  <a:srgbClr val="2D7774"/>
                </a:solidFill>
                <a:latin typeface="Arial"/>
                <a:ea typeface="Arial"/>
                <a:cs typeface="Arial"/>
              </a:defRPr>
            </a:lvl2pPr>
            <a:lvl3pPr algn="l">
              <a:buNone/>
              <a:defRPr sz="1125" b="1">
                <a:solidFill>
                  <a:srgbClr val="2D7774"/>
                </a:solidFill>
                <a:latin typeface="Arial"/>
                <a:ea typeface="Arial"/>
                <a:cs typeface="Arial"/>
              </a:defRPr>
            </a:lvl3pPr>
            <a:lvl4pPr algn="l">
              <a:buNone/>
              <a:defRPr sz="1125" b="1">
                <a:solidFill>
                  <a:srgbClr val="2D7774"/>
                </a:solidFill>
                <a:latin typeface="Arial"/>
                <a:ea typeface="Arial"/>
                <a:cs typeface="Arial"/>
              </a:defRPr>
            </a:lvl4pPr>
            <a:lvl5pPr algn="l">
              <a:buNone/>
              <a:defRPr sz="1125" b="1">
                <a:solidFill>
                  <a:srgbClr val="2D7774"/>
                </a:solidFill>
                <a:latin typeface="Arial"/>
                <a:ea typeface="Arial"/>
                <a:cs typeface="Arial"/>
              </a:defRPr>
            </a:lvl5pPr>
            <a:lvl6pPr algn="l">
              <a:buNone/>
              <a:defRPr sz="1125" b="1">
                <a:solidFill>
                  <a:srgbClr val="2D7774"/>
                </a:solidFill>
                <a:latin typeface="Arial"/>
                <a:ea typeface="Arial"/>
                <a:cs typeface="Arial"/>
              </a:defRPr>
            </a:lvl6pPr>
            <a:lvl7pPr algn="l">
              <a:buNone/>
              <a:defRPr sz="1125" b="1">
                <a:solidFill>
                  <a:srgbClr val="2D7774"/>
                </a:solidFill>
                <a:latin typeface="Arial"/>
                <a:ea typeface="Arial"/>
                <a:cs typeface="Arial"/>
              </a:defRPr>
            </a:lvl7pPr>
            <a:lvl8pPr algn="l">
              <a:buNone/>
              <a:defRPr sz="1125" b="1">
                <a:solidFill>
                  <a:srgbClr val="2D7774"/>
                </a:solidFill>
                <a:latin typeface="Arial"/>
                <a:ea typeface="Arial"/>
                <a:cs typeface="Arial"/>
              </a:defRPr>
            </a:lvl8pPr>
            <a:lvl9pPr algn="l">
              <a:buNone/>
              <a:defRPr sz="1125" b="1">
                <a:solidFill>
                  <a:srgbClr val="2D7774"/>
                </a:solidFill>
                <a:latin typeface="Arial"/>
                <a:ea typeface="Arial"/>
                <a:cs typeface="Arial"/>
              </a:defRPr>
            </a:lvl9pPr>
          </a:lstStyle>
          <a:p xmlns:a="http://schemas.openxmlformats.org/drawingml/2006/main">
            <a:pPr algn="l">
              <a:lnSpc>
                <a:spcPct val="105000"/>
              </a:lnSpc>
              <a:buNone/>
              <a:defRPr sz="1125" b="1">
                <a:solidFill>
                  <a:srgbClr val="2D7774"/>
                </a:solidFill>
                <a:latin typeface="Arial"/>
                <a:ea typeface="Arial"/>
                <a:cs typeface="Arial"/>
              </a:defRPr>
            </a:pPr>
            <a:r>
              <a:rPr sz="1125" b="1">
                <a:solidFill>
                  <a:srgbClr val="2D7774"/>
                </a:solidFill>
                <a:latin typeface="Times New Roman"/>
                <a:ea typeface="Times New Roman"/>
                <a:cs typeface="Times New Roman"/>
              </a:rPr>
              <a:t>OTHER ROUTES</a:t>
            </a:r>
          </a:p>
        </p:txBody>
      </p:sp>
      <p:sp>
        <p:nvSpPr>
          <p:cNvPr id="15" name="矩形 14">
            <a:extLst xmlns:a="http://schemas.openxmlformats.org/drawingml/2006/main">
              <a:ext uri="{FF2B5EF4-FFF2-40B4-BE49-F238E27FC236}">
                <a16:creationId xmlns:a16="http://schemas.microsoft.com/office/drawing/2014/main" id="{4776EF5B-BF9F-43C7-BB71-435489F41352}"/>
              </a:ext>
            </a:extLst>
          </p:cNvPr>
          <p:cNvSpPr>
            <a:spLocks xmlns:a="http://schemas.openxmlformats.org/drawingml/2006/main" noGrp="1"/>
          </p:cNvSpPr>
          <p:nvPr/>
        </p:nvSpPr>
        <p:spPr>
          <a:xfrm xmlns:a="http://schemas.openxmlformats.org/drawingml/2006/main">
            <a:off x="5219700" y="4667250"/>
            <a:ext cx="204787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24282C"/>
                </a:solidFill>
                <a:latin typeface="Arial"/>
                <a:ea typeface="Arial"/>
                <a:cs typeface="Arial"/>
              </a:defRPr>
            </a:defPPr>
            <a:lvl1pPr algn="l">
              <a:buNone/>
              <a:defRPr sz="1350" b="0">
                <a:solidFill>
                  <a:srgbClr val="24282C"/>
                </a:solidFill>
                <a:latin typeface="Arial"/>
                <a:ea typeface="Arial"/>
                <a:cs typeface="Arial"/>
              </a:defRPr>
            </a:lvl1pPr>
            <a:lvl2pPr algn="l">
              <a:buNone/>
              <a:defRPr sz="1350" b="0">
                <a:solidFill>
                  <a:srgbClr val="24282C"/>
                </a:solidFill>
                <a:latin typeface="Arial"/>
                <a:ea typeface="Arial"/>
                <a:cs typeface="Arial"/>
              </a:defRPr>
            </a:lvl2pPr>
            <a:lvl3pPr algn="l">
              <a:buNone/>
              <a:defRPr sz="1350" b="0">
                <a:solidFill>
                  <a:srgbClr val="24282C"/>
                </a:solidFill>
                <a:latin typeface="Arial"/>
                <a:ea typeface="Arial"/>
                <a:cs typeface="Arial"/>
              </a:defRPr>
            </a:lvl3pPr>
            <a:lvl4pPr algn="l">
              <a:buNone/>
              <a:defRPr sz="1350" b="0">
                <a:solidFill>
                  <a:srgbClr val="24282C"/>
                </a:solidFill>
                <a:latin typeface="Arial"/>
                <a:ea typeface="Arial"/>
                <a:cs typeface="Arial"/>
              </a:defRPr>
            </a:lvl4pPr>
            <a:lvl5pPr algn="l">
              <a:buNone/>
              <a:defRPr sz="1350" b="0">
                <a:solidFill>
                  <a:srgbClr val="24282C"/>
                </a:solidFill>
                <a:latin typeface="Arial"/>
                <a:ea typeface="Arial"/>
                <a:cs typeface="Arial"/>
              </a:defRPr>
            </a:lvl5pPr>
            <a:lvl6pPr algn="l">
              <a:buNone/>
              <a:defRPr sz="1350" b="0">
                <a:solidFill>
                  <a:srgbClr val="24282C"/>
                </a:solidFill>
                <a:latin typeface="Arial"/>
                <a:ea typeface="Arial"/>
                <a:cs typeface="Arial"/>
              </a:defRPr>
            </a:lvl6pPr>
            <a:lvl7pPr algn="l">
              <a:buNone/>
              <a:defRPr sz="1350" b="0">
                <a:solidFill>
                  <a:srgbClr val="24282C"/>
                </a:solidFill>
                <a:latin typeface="Arial"/>
                <a:ea typeface="Arial"/>
                <a:cs typeface="Arial"/>
              </a:defRPr>
            </a:lvl7pPr>
            <a:lvl8pPr algn="l">
              <a:buNone/>
              <a:defRPr sz="1350" b="0">
                <a:solidFill>
                  <a:srgbClr val="24282C"/>
                </a:solidFill>
                <a:latin typeface="Arial"/>
                <a:ea typeface="Arial"/>
                <a:cs typeface="Arial"/>
              </a:defRPr>
            </a:lvl8pPr>
            <a:lvl9pPr algn="l">
              <a:buNone/>
              <a:defRPr sz="1350" b="0">
                <a:solidFill>
                  <a:srgbClr val="24282C"/>
                </a:solidFill>
                <a:latin typeface="Arial"/>
                <a:ea typeface="Arial"/>
                <a:cs typeface="Arial"/>
              </a:defRPr>
            </a:lvl9pPr>
          </a:lstStyle>
          <a:p xmlns:a="http://schemas.openxmlformats.org/drawingml/2006/main">
            <a:pPr algn="l">
              <a:lnSpc>
                <a:spcPct val="122000"/>
              </a:lnSpc>
              <a:buNone/>
              <a:defRPr sz="1350" b="0">
                <a:solidFill>
                  <a:srgbClr val="24282C"/>
                </a:solidFill>
                <a:latin typeface="Arial"/>
                <a:ea typeface="Arial"/>
                <a:cs typeface="Arial"/>
              </a:defRPr>
            </a:pPr>
            <a:r>
              <a:rPr sz="1350" b="0">
                <a:solidFill>
                  <a:srgbClr val="24282C"/>
                </a:solidFill>
                <a:latin typeface="Times New Roman"/>
                <a:ea typeface="Times New Roman"/>
                <a:cs typeface="Times New Roman"/>
              </a:rPr>
              <a:t>Contact with infected</a:t>
            </a:r>
          </a:p>
          <a:p xmlns:a="http://schemas.openxmlformats.org/drawingml/2006/main">
            <a:pPr algn="l">
              <a:lnSpc>
                <a:spcPct val="122000"/>
              </a:lnSpc>
              <a:buNone/>
              <a:defRPr sz="1350" b="0">
                <a:solidFill>
                  <a:srgbClr val="24282C"/>
                </a:solidFill>
                <a:latin typeface="Arial"/>
                <a:ea typeface="Arial"/>
                <a:cs typeface="Arial"/>
              </a:defRPr>
            </a:pPr>
            <a:r>
              <a:rPr sz="1350" b="0">
                <a:solidFill>
                  <a:srgbClr val="24282C"/>
                </a:solidFill>
                <a:latin typeface="Times New Roman"/>
                <a:ea typeface="Times New Roman"/>
                <a:cs typeface="Times New Roman"/>
              </a:rPr>
              <a:t>animal tissues or fluids</a:t>
            </a:r>
          </a:p>
        </p:txBody>
      </p:sp>
      <p:sp>
        <p:nvSpPr>
          <p:cNvPr id="16" name="矩形 15">
            <a:extLst xmlns:a="http://schemas.openxmlformats.org/drawingml/2006/main">
              <a:ext uri="{FF2B5EF4-FFF2-40B4-BE49-F238E27FC236}">
                <a16:creationId xmlns:a16="http://schemas.microsoft.com/office/drawing/2014/main" id="{E378ABF2-680F-4D85-BCE4-03B3759D6C08}"/>
              </a:ext>
            </a:extLst>
          </p:cNvPr>
          <p:cNvSpPr>
            <a:spLocks xmlns:a="http://schemas.openxmlformats.org/drawingml/2006/main" noGrp="1"/>
          </p:cNvSpPr>
          <p:nvPr/>
        </p:nvSpPr>
        <p:spPr>
          <a:xfrm xmlns:a="http://schemas.openxmlformats.org/drawingml/2006/main">
            <a:off x="7762875" y="4667250"/>
            <a:ext cx="3238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24282C"/>
                </a:solidFill>
                <a:latin typeface="Arial"/>
                <a:ea typeface="Arial"/>
                <a:cs typeface="Arial"/>
              </a:defRPr>
            </a:defPPr>
            <a:lvl1pPr algn="l">
              <a:buNone/>
              <a:defRPr sz="1350" b="0">
                <a:solidFill>
                  <a:srgbClr val="24282C"/>
                </a:solidFill>
                <a:latin typeface="Arial"/>
                <a:ea typeface="Arial"/>
                <a:cs typeface="Arial"/>
              </a:defRPr>
            </a:lvl1pPr>
            <a:lvl2pPr algn="l">
              <a:buNone/>
              <a:defRPr sz="1350" b="0">
                <a:solidFill>
                  <a:srgbClr val="24282C"/>
                </a:solidFill>
                <a:latin typeface="Arial"/>
                <a:ea typeface="Arial"/>
                <a:cs typeface="Arial"/>
              </a:defRPr>
            </a:lvl2pPr>
            <a:lvl3pPr algn="l">
              <a:buNone/>
              <a:defRPr sz="1350" b="0">
                <a:solidFill>
                  <a:srgbClr val="24282C"/>
                </a:solidFill>
                <a:latin typeface="Arial"/>
                <a:ea typeface="Arial"/>
                <a:cs typeface="Arial"/>
              </a:defRPr>
            </a:lvl3pPr>
            <a:lvl4pPr algn="l">
              <a:buNone/>
              <a:defRPr sz="1350" b="0">
                <a:solidFill>
                  <a:srgbClr val="24282C"/>
                </a:solidFill>
                <a:latin typeface="Arial"/>
                <a:ea typeface="Arial"/>
                <a:cs typeface="Arial"/>
              </a:defRPr>
            </a:lvl4pPr>
            <a:lvl5pPr algn="l">
              <a:buNone/>
              <a:defRPr sz="1350" b="0">
                <a:solidFill>
                  <a:srgbClr val="24282C"/>
                </a:solidFill>
                <a:latin typeface="Arial"/>
                <a:ea typeface="Arial"/>
                <a:cs typeface="Arial"/>
              </a:defRPr>
            </a:lvl5pPr>
            <a:lvl6pPr algn="l">
              <a:buNone/>
              <a:defRPr sz="1350" b="0">
                <a:solidFill>
                  <a:srgbClr val="24282C"/>
                </a:solidFill>
                <a:latin typeface="Arial"/>
                <a:ea typeface="Arial"/>
                <a:cs typeface="Arial"/>
              </a:defRPr>
            </a:lvl6pPr>
            <a:lvl7pPr algn="l">
              <a:buNone/>
              <a:defRPr sz="1350" b="0">
                <a:solidFill>
                  <a:srgbClr val="24282C"/>
                </a:solidFill>
                <a:latin typeface="Arial"/>
                <a:ea typeface="Arial"/>
                <a:cs typeface="Arial"/>
              </a:defRPr>
            </a:lvl7pPr>
            <a:lvl8pPr algn="l">
              <a:buNone/>
              <a:defRPr sz="1350" b="0">
                <a:solidFill>
                  <a:srgbClr val="24282C"/>
                </a:solidFill>
                <a:latin typeface="Arial"/>
                <a:ea typeface="Arial"/>
                <a:cs typeface="Arial"/>
              </a:defRPr>
            </a:lvl8pPr>
            <a:lvl9pPr algn="l">
              <a:buNone/>
              <a:defRPr sz="1350" b="0">
                <a:solidFill>
                  <a:srgbClr val="24282C"/>
                </a:solidFill>
                <a:latin typeface="Arial"/>
                <a:ea typeface="Arial"/>
                <a:cs typeface="Arial"/>
              </a:defRPr>
            </a:lvl9pPr>
          </a:lstStyle>
          <a:p xmlns:a="http://schemas.openxmlformats.org/drawingml/2006/main">
            <a:pPr algn="l">
              <a:lnSpc>
                <a:spcPct val="122000"/>
              </a:lnSpc>
              <a:buNone/>
              <a:defRPr sz="1350" b="0">
                <a:solidFill>
                  <a:srgbClr val="24282C"/>
                </a:solidFill>
                <a:latin typeface="Arial"/>
                <a:ea typeface="Arial"/>
                <a:cs typeface="Arial"/>
              </a:defRPr>
            </a:pPr>
            <a:r>
              <a:rPr sz="1350" b="0">
                <a:solidFill>
                  <a:srgbClr val="24282C"/>
                </a:solidFill>
                <a:latin typeface="Times New Roman"/>
                <a:ea typeface="Times New Roman"/>
                <a:cs typeface="Times New Roman"/>
              </a:rPr>
              <a:t>Close contact with a person</a:t>
            </a:r>
          </a:p>
          <a:p xmlns:a="http://schemas.openxmlformats.org/drawingml/2006/main">
            <a:pPr algn="l">
              <a:lnSpc>
                <a:spcPct val="122000"/>
              </a:lnSpc>
              <a:buNone/>
              <a:defRPr sz="1350" b="0">
                <a:solidFill>
                  <a:srgbClr val="24282C"/>
                </a:solidFill>
                <a:latin typeface="Arial"/>
                <a:ea typeface="Arial"/>
                <a:cs typeface="Arial"/>
              </a:defRPr>
            </a:pPr>
            <a:r>
              <a:rPr sz="1350" b="0">
                <a:solidFill>
                  <a:srgbClr val="24282C"/>
                </a:solidFill>
                <a:latin typeface="Times New Roman"/>
                <a:ea typeface="Times New Roman"/>
                <a:cs typeface="Times New Roman"/>
              </a:rPr>
              <a:t>who has pneumonic plague</a:t>
            </a:r>
          </a:p>
        </p:txBody>
      </p:sp>
      <p:sp>
        <p:nvSpPr>
          <p:cNvPr id="17" name="矩形 16">
            <a:extLst xmlns:a="http://schemas.openxmlformats.org/drawingml/2006/main">
              <a:ext uri="{FF2B5EF4-FFF2-40B4-BE49-F238E27FC236}">
                <a16:creationId xmlns:a16="http://schemas.microsoft.com/office/drawing/2014/main" id="{8C81D557-4643-4DC1-8F9D-5D8E5FC01278}"/>
              </a:ext>
            </a:extLst>
          </p:cNvPr>
          <p:cNvSpPr>
            <a:spLocks xmlns:a="http://schemas.openxmlformats.org/drawingml/2006/main" noGrp="1"/>
          </p:cNvSpPr>
          <p:nvPr/>
        </p:nvSpPr>
        <p:spPr>
          <a:xfrm xmlns:a="http://schemas.openxmlformats.org/drawingml/2006/main">
            <a:off x="5219700" y="5810250"/>
            <a:ext cx="5810250" cy="400050"/>
          </a:xfrm>
          <a:prstGeom xmlns:a="http://schemas.openxmlformats.org/drawingml/2006/main" prst="rect">
            <a:avLst/>
          </a:prstGeom>
          <a:solidFill xmlns:a="http://schemas.openxmlformats.org/drawingml/2006/main">
            <a:srgbClr val="E7F1EF"/>
          </a:solidFill>
          <a:ln xmlns:a="http://schemas.openxmlformats.org/drawingml/2006/main" w="0">
            <a:noFill/>
            <a:prstDash val="solid"/>
          </a:ln>
        </p:spPr>
      </p:sp>
      <p:sp>
        <p:nvSpPr>
          <p:cNvPr id="18" name="矩形 17">
            <a:extLst xmlns:a="http://schemas.openxmlformats.org/drawingml/2006/main">
              <a:ext uri="{FF2B5EF4-FFF2-40B4-BE49-F238E27FC236}">
                <a16:creationId xmlns:a16="http://schemas.microsoft.com/office/drawing/2014/main" id="{EC2B695B-BD71-469C-A419-0258239ED761}"/>
              </a:ext>
            </a:extLst>
          </p:cNvPr>
          <p:cNvSpPr>
            <a:spLocks xmlns:a="http://schemas.openxmlformats.org/drawingml/2006/main" noGrp="1"/>
          </p:cNvSpPr>
          <p:nvPr/>
        </p:nvSpPr>
        <p:spPr>
          <a:xfrm xmlns:a="http://schemas.openxmlformats.org/drawingml/2006/main">
            <a:off x="5391150" y="5905500"/>
            <a:ext cx="533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153A5B"/>
                </a:solidFill>
                <a:latin typeface="Arial"/>
                <a:ea typeface="Arial"/>
                <a:cs typeface="Arial"/>
              </a:defRPr>
            </a:defPPr>
            <a:lvl1pPr algn="l">
              <a:buNone/>
              <a:defRPr sz="1125" b="1">
                <a:solidFill>
                  <a:srgbClr val="153A5B"/>
                </a:solidFill>
                <a:latin typeface="Arial"/>
                <a:ea typeface="Arial"/>
                <a:cs typeface="Arial"/>
              </a:defRPr>
            </a:lvl1pPr>
            <a:lvl2pPr algn="l">
              <a:buNone/>
              <a:defRPr sz="1125" b="1">
                <a:solidFill>
                  <a:srgbClr val="153A5B"/>
                </a:solidFill>
                <a:latin typeface="Arial"/>
                <a:ea typeface="Arial"/>
                <a:cs typeface="Arial"/>
              </a:defRPr>
            </a:lvl2pPr>
            <a:lvl3pPr algn="l">
              <a:buNone/>
              <a:defRPr sz="1125" b="1">
                <a:solidFill>
                  <a:srgbClr val="153A5B"/>
                </a:solidFill>
                <a:latin typeface="Arial"/>
                <a:ea typeface="Arial"/>
                <a:cs typeface="Arial"/>
              </a:defRPr>
            </a:lvl3pPr>
            <a:lvl4pPr algn="l">
              <a:buNone/>
              <a:defRPr sz="1125" b="1">
                <a:solidFill>
                  <a:srgbClr val="153A5B"/>
                </a:solidFill>
                <a:latin typeface="Arial"/>
                <a:ea typeface="Arial"/>
                <a:cs typeface="Arial"/>
              </a:defRPr>
            </a:lvl4pPr>
            <a:lvl5pPr algn="l">
              <a:buNone/>
              <a:defRPr sz="1125" b="1">
                <a:solidFill>
                  <a:srgbClr val="153A5B"/>
                </a:solidFill>
                <a:latin typeface="Arial"/>
                <a:ea typeface="Arial"/>
                <a:cs typeface="Arial"/>
              </a:defRPr>
            </a:lvl5pPr>
            <a:lvl6pPr algn="l">
              <a:buNone/>
              <a:defRPr sz="1125" b="1">
                <a:solidFill>
                  <a:srgbClr val="153A5B"/>
                </a:solidFill>
                <a:latin typeface="Arial"/>
                <a:ea typeface="Arial"/>
                <a:cs typeface="Arial"/>
              </a:defRPr>
            </a:lvl6pPr>
            <a:lvl7pPr algn="l">
              <a:buNone/>
              <a:defRPr sz="1125" b="1">
                <a:solidFill>
                  <a:srgbClr val="153A5B"/>
                </a:solidFill>
                <a:latin typeface="Arial"/>
                <a:ea typeface="Arial"/>
                <a:cs typeface="Arial"/>
              </a:defRPr>
            </a:lvl7pPr>
            <a:lvl8pPr algn="l">
              <a:buNone/>
              <a:defRPr sz="1125" b="1">
                <a:solidFill>
                  <a:srgbClr val="153A5B"/>
                </a:solidFill>
                <a:latin typeface="Arial"/>
                <a:ea typeface="Arial"/>
                <a:cs typeface="Arial"/>
              </a:defRPr>
            </a:lvl8pPr>
            <a:lvl9pPr algn="l">
              <a:buNone/>
              <a:defRPr sz="1125" b="1">
                <a:solidFill>
                  <a:srgbClr val="153A5B"/>
                </a:solidFill>
                <a:latin typeface="Arial"/>
                <a:ea typeface="Arial"/>
                <a:cs typeface="Arial"/>
              </a:defRPr>
            </a:lvl9pPr>
          </a:lstStyle>
          <a:p xmlns:a="http://schemas.openxmlformats.org/drawingml/2006/main">
            <a:pPr algn="l">
              <a:lnSpc>
                <a:spcPct val="105000"/>
              </a:lnSpc>
              <a:buNone/>
              <a:defRPr sz="1125" b="1">
                <a:solidFill>
                  <a:srgbClr val="153A5B"/>
                </a:solidFill>
                <a:latin typeface="Arial"/>
                <a:ea typeface="Arial"/>
                <a:cs typeface="Arial"/>
              </a:defRPr>
            </a:pPr>
            <a:r>
              <a:rPr sz="1125" b="1">
                <a:solidFill>
                  <a:srgbClr val="153A5B"/>
                </a:solidFill>
                <a:latin typeface="Times New Roman"/>
                <a:ea typeface="Times New Roman"/>
                <a:cs typeface="Times New Roman"/>
              </a:rPr>
              <a:t>Pneumonic plague can spread through respiratory droplets.</a:t>
            </a:r>
          </a:p>
        </p:txBody>
      </p:sp>
      <p:sp>
        <p:nvSpPr>
          <p:cNvPr id="20" name="矩形 19">
            <a:extLst xmlns:a="http://schemas.openxmlformats.org/drawingml/2006/main">
              <a:ext uri="{FF2B5EF4-FFF2-40B4-BE49-F238E27FC236}">
                <a16:creationId xmlns:a16="http://schemas.microsoft.com/office/drawing/2014/main" id="{69F48992-E872-47AE-AABE-9066CE05DC29}"/>
              </a:ext>
            </a:extLst>
          </p:cNvPr>
          <p:cNvSpPr>
            <a:spLocks xmlns:a="http://schemas.openxmlformats.org/drawingml/2006/main" noGrp="1"/>
          </p:cNvSpPr>
          <p:nvPr/>
        </p:nvSpPr>
        <p:spPr>
          <a:xfrm xmlns:a="http://schemas.openxmlformats.org/drawingml/2006/main">
            <a:off x="11096625" y="6534150"/>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675" b="0">
                <a:solidFill>
                  <a:srgbClr val="66717B"/>
                </a:solidFill>
                <a:latin typeface="Arial"/>
                <a:ea typeface="Arial"/>
                <a:cs typeface="Arial"/>
              </a:defRPr>
            </a:defPPr>
            <a:lvl1pPr algn="r">
              <a:buNone/>
              <a:defRPr sz="675" b="0">
                <a:solidFill>
                  <a:srgbClr val="66717B"/>
                </a:solidFill>
                <a:latin typeface="Arial"/>
                <a:ea typeface="Arial"/>
                <a:cs typeface="Arial"/>
              </a:defRPr>
            </a:lvl1pPr>
            <a:lvl2pPr algn="r">
              <a:buNone/>
              <a:defRPr sz="675" b="0">
                <a:solidFill>
                  <a:srgbClr val="66717B"/>
                </a:solidFill>
                <a:latin typeface="Arial"/>
                <a:ea typeface="Arial"/>
                <a:cs typeface="Arial"/>
              </a:defRPr>
            </a:lvl2pPr>
            <a:lvl3pPr algn="r">
              <a:buNone/>
              <a:defRPr sz="675" b="0">
                <a:solidFill>
                  <a:srgbClr val="66717B"/>
                </a:solidFill>
                <a:latin typeface="Arial"/>
                <a:ea typeface="Arial"/>
                <a:cs typeface="Arial"/>
              </a:defRPr>
            </a:lvl3pPr>
            <a:lvl4pPr algn="r">
              <a:buNone/>
              <a:defRPr sz="675" b="0">
                <a:solidFill>
                  <a:srgbClr val="66717B"/>
                </a:solidFill>
                <a:latin typeface="Arial"/>
                <a:ea typeface="Arial"/>
                <a:cs typeface="Arial"/>
              </a:defRPr>
            </a:lvl4pPr>
            <a:lvl5pPr algn="r">
              <a:buNone/>
              <a:defRPr sz="675" b="0">
                <a:solidFill>
                  <a:srgbClr val="66717B"/>
                </a:solidFill>
                <a:latin typeface="Arial"/>
                <a:ea typeface="Arial"/>
                <a:cs typeface="Arial"/>
              </a:defRPr>
            </a:lvl5pPr>
            <a:lvl6pPr algn="r">
              <a:buNone/>
              <a:defRPr sz="675" b="0">
                <a:solidFill>
                  <a:srgbClr val="66717B"/>
                </a:solidFill>
                <a:latin typeface="Arial"/>
                <a:ea typeface="Arial"/>
                <a:cs typeface="Arial"/>
              </a:defRPr>
            </a:lvl6pPr>
            <a:lvl7pPr algn="r">
              <a:buNone/>
              <a:defRPr sz="675" b="0">
                <a:solidFill>
                  <a:srgbClr val="66717B"/>
                </a:solidFill>
                <a:latin typeface="Arial"/>
                <a:ea typeface="Arial"/>
                <a:cs typeface="Arial"/>
              </a:defRPr>
            </a:lvl7pPr>
            <a:lvl8pPr algn="r">
              <a:buNone/>
              <a:defRPr sz="675" b="0">
                <a:solidFill>
                  <a:srgbClr val="66717B"/>
                </a:solidFill>
                <a:latin typeface="Arial"/>
                <a:ea typeface="Arial"/>
                <a:cs typeface="Arial"/>
              </a:defRPr>
            </a:lvl8pPr>
            <a:lvl9pPr algn="r">
              <a:buNone/>
              <a:defRPr sz="675" b="0">
                <a:solidFill>
                  <a:srgbClr val="66717B"/>
                </a:solidFill>
                <a:latin typeface="Arial"/>
                <a:ea typeface="Arial"/>
                <a:cs typeface="Arial"/>
              </a:defRPr>
            </a:lvl9pPr>
          </a:lstStyle>
          <a:p xmlns:a="http://schemas.openxmlformats.org/drawingml/2006/main">
            <a:pPr algn="r">
              <a:lnSpc>
                <a:spcPct val="105000"/>
              </a:lnSpc>
              <a:buNone/>
              <a:defRPr sz="675" b="0">
                <a:solidFill>
                  <a:srgbClr val="66717B"/>
                </a:solidFill>
                <a:latin typeface="Arial"/>
                <a:ea typeface="Arial"/>
                <a:cs typeface="Arial"/>
              </a:defRPr>
            </a:pPr>
            <a:r>
              <a:rPr sz="675" b="0">
                <a:solidFill>
                  <a:srgbClr val="66717B"/>
                </a:solidFill>
                <a:latin typeface="Times New Roman"/>
                <a:ea typeface="Times New Roman"/>
                <a:cs typeface="Times New Roman"/>
              </a:rPr>
              <a:t>2</a:t>
            </a:r>
          </a:p>
        </p:txBody>
      </p:sp>
      <p:sp>
        <p:nvSpPr>
          <p:cNvPr id="22" name="">
            <a:extLst xmlns:a="http://schemas.openxmlformats.org/drawingml/2006/main">
              <a:ext uri="{FF2B5EF4-FFF2-40B4-BE49-F238E27FC236}">
                <a16:creationId xmlns:a16="http://schemas.microsoft.com/office/drawing/2014/main" id="{99602795-3F50-4715-9BF6-A39A1E51E649}"/>
              </a:ext>
            </a:extLst>
          </p:cNvPr>
          <p:cNvSpPr>
            <a:spLocks xmlns:a="http://schemas.openxmlformats.org/drawingml/2006/main" noGrp="1"/>
          </p:cNvSpPr>
          <p:nvPr/>
        </p:nvSpPr>
        <p:spPr>
          <a:xfrm xmlns:a="http://schemas.openxmlformats.org/drawingml/2006/main">
            <a:off x="647700" y="1809750"/>
            <a:ext cx="4048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53A5B"/>
                </a:solidFill>
              </a:defRPr>
            </a:defPPr>
            <a:lvl1pPr>
              <a:defRPr sz="3600" b="1">
                <a:solidFill>
                  <a:srgbClr val="153A5B"/>
                </a:solidFill>
              </a:defRPr>
            </a:lvl1pPr>
            <a:lvl2pPr>
              <a:defRPr sz="3600" b="1">
                <a:solidFill>
                  <a:srgbClr val="153A5B"/>
                </a:solidFill>
              </a:defRPr>
            </a:lvl2pPr>
            <a:lvl3pPr>
              <a:defRPr sz="3600" b="1">
                <a:solidFill>
                  <a:srgbClr val="153A5B"/>
                </a:solidFill>
              </a:defRPr>
            </a:lvl3pPr>
            <a:lvl4pPr>
              <a:defRPr sz="3600" b="1">
                <a:solidFill>
                  <a:srgbClr val="153A5B"/>
                </a:solidFill>
              </a:defRPr>
            </a:lvl4pPr>
            <a:lvl5pPr>
              <a:defRPr sz="3600" b="1">
                <a:solidFill>
                  <a:srgbClr val="153A5B"/>
                </a:solidFill>
              </a:defRPr>
            </a:lvl5pPr>
            <a:lvl6pPr>
              <a:defRPr sz="3600" b="1">
                <a:solidFill>
                  <a:srgbClr val="153A5B"/>
                </a:solidFill>
              </a:defRPr>
            </a:lvl6pPr>
            <a:lvl7pPr>
              <a:defRPr sz="3600" b="1">
                <a:solidFill>
                  <a:srgbClr val="153A5B"/>
                </a:solidFill>
              </a:defRPr>
            </a:lvl7pPr>
            <a:lvl8pPr>
              <a:defRPr sz="3600" b="1">
                <a:solidFill>
                  <a:srgbClr val="153A5B"/>
                </a:solidFill>
              </a:defRPr>
            </a:lvl8pPr>
            <a:lvl9pPr>
              <a:defRPr sz="3600" b="1">
                <a:solidFill>
                  <a:srgbClr val="153A5B"/>
                </a:solidFill>
              </a:defRPr>
            </a:lvl9pPr>
          </a:lstStyle>
          <a:p xmlns:a="http://schemas.openxmlformats.org/drawingml/2006/main">
            <a:pPr>
              <a:defRPr sz="3600" b="1">
                <a:solidFill>
                  <a:srgbClr val="153A5B"/>
                </a:solidFill>
              </a:defRPr>
            </a:pPr>
            <a:r>
              <a:rPr sz="3600" b="1">
                <a:solidFill>
                  <a:srgbClr val="153A5B"/>
                </a:solidFill>
              </a:rPr>
              <a:t>RODENT</a:t>
            </a:r>
          </a:p>
        </p:txBody>
      </p:sp>
      <p:sp>
        <p:nvSpPr>
          <p:cNvPr id="23" name="">
            <a:extLst xmlns:a="http://schemas.openxmlformats.org/drawingml/2006/main">
              <a:ext uri="{FF2B5EF4-FFF2-40B4-BE49-F238E27FC236}">
                <a16:creationId xmlns:a16="http://schemas.microsoft.com/office/drawing/2014/main" id="{35AAB94A-7118-4AC3-8089-E03D71333E70}"/>
              </a:ext>
            </a:extLst>
          </p:cNvPr>
          <p:cNvSpPr>
            <a:spLocks xmlns:a="http://schemas.openxmlformats.org/drawingml/2006/main" noGrp="1"/>
          </p:cNvSpPr>
          <p:nvPr/>
        </p:nvSpPr>
        <p:spPr>
          <a:xfrm xmlns:a="http://schemas.openxmlformats.org/drawingml/2006/main">
            <a:off x="647700" y="2524125"/>
            <a:ext cx="4048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37481"/>
                </a:solidFill>
              </a:defRPr>
            </a:defPPr>
            <a:lvl1pPr>
              <a:defRPr sz="1875" b="0">
                <a:solidFill>
                  <a:srgbClr val="637481"/>
                </a:solidFill>
              </a:defRPr>
            </a:lvl1pPr>
            <a:lvl2pPr>
              <a:defRPr sz="1875" b="0">
                <a:solidFill>
                  <a:srgbClr val="637481"/>
                </a:solidFill>
              </a:defRPr>
            </a:lvl2pPr>
            <a:lvl3pPr>
              <a:defRPr sz="1875" b="0">
                <a:solidFill>
                  <a:srgbClr val="637481"/>
                </a:solidFill>
              </a:defRPr>
            </a:lvl3pPr>
            <a:lvl4pPr>
              <a:defRPr sz="1875" b="0">
                <a:solidFill>
                  <a:srgbClr val="637481"/>
                </a:solidFill>
              </a:defRPr>
            </a:lvl4pPr>
            <a:lvl5pPr>
              <a:defRPr sz="1875" b="0">
                <a:solidFill>
                  <a:srgbClr val="637481"/>
                </a:solidFill>
              </a:defRPr>
            </a:lvl5pPr>
            <a:lvl6pPr>
              <a:defRPr sz="1875" b="0">
                <a:solidFill>
                  <a:srgbClr val="637481"/>
                </a:solidFill>
              </a:defRPr>
            </a:lvl6pPr>
            <a:lvl7pPr>
              <a:defRPr sz="1875" b="0">
                <a:solidFill>
                  <a:srgbClr val="637481"/>
                </a:solidFill>
              </a:defRPr>
            </a:lvl7pPr>
            <a:lvl8pPr>
              <a:defRPr sz="1875" b="0">
                <a:solidFill>
                  <a:srgbClr val="637481"/>
                </a:solidFill>
              </a:defRPr>
            </a:lvl8pPr>
            <a:lvl9pPr>
              <a:defRPr sz="1875" b="0">
                <a:solidFill>
                  <a:srgbClr val="637481"/>
                </a:solidFill>
              </a:defRPr>
            </a:lvl9pPr>
          </a:lstStyle>
          <a:p xmlns:a="http://schemas.openxmlformats.org/drawingml/2006/main">
            <a:pPr>
              <a:defRPr sz="1875" b="0">
                <a:solidFill>
                  <a:srgbClr val="637481"/>
                </a:solidFill>
              </a:defRPr>
            </a:pPr>
            <a:r>
              <a:rPr sz="1875" b="0">
                <a:solidFill>
                  <a:srgbClr val="637481"/>
                </a:solidFill>
              </a:rPr>
              <a:t>An infected animal</a:t>
            </a:r>
          </a:p>
        </p:txBody>
      </p:sp>
      <p:sp>
        <p:nvSpPr>
          <p:cNvPr id="24" name="">
            <a:extLst xmlns:a="http://schemas.openxmlformats.org/drawingml/2006/main">
              <a:ext uri="{FF2B5EF4-FFF2-40B4-BE49-F238E27FC236}">
                <a16:creationId xmlns:a16="http://schemas.microsoft.com/office/drawing/2014/main" id="{9AD0F138-26E8-446F-B3F0-1F49D08353CA}"/>
              </a:ext>
            </a:extLst>
          </p:cNvPr>
          <p:cNvSpPr>
            <a:spLocks xmlns:a="http://schemas.openxmlformats.org/drawingml/2006/main" noGrp="1"/>
          </p:cNvSpPr>
          <p:nvPr/>
        </p:nvSpPr>
        <p:spPr>
          <a:xfrm xmlns:a="http://schemas.openxmlformats.org/drawingml/2006/main">
            <a:off x="647700" y="3333750"/>
            <a:ext cx="4048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287FA6"/>
                </a:solidFill>
              </a:defRPr>
            </a:defPPr>
            <a:lvl1pPr>
              <a:defRPr sz="3600" b="1">
                <a:solidFill>
                  <a:srgbClr val="287FA6"/>
                </a:solidFill>
              </a:defRPr>
            </a:lvl1pPr>
            <a:lvl2pPr>
              <a:defRPr sz="3600" b="1">
                <a:solidFill>
                  <a:srgbClr val="287FA6"/>
                </a:solidFill>
              </a:defRPr>
            </a:lvl2pPr>
            <a:lvl3pPr>
              <a:defRPr sz="3600" b="1">
                <a:solidFill>
                  <a:srgbClr val="287FA6"/>
                </a:solidFill>
              </a:defRPr>
            </a:lvl3pPr>
            <a:lvl4pPr>
              <a:defRPr sz="3600" b="1">
                <a:solidFill>
                  <a:srgbClr val="287FA6"/>
                </a:solidFill>
              </a:defRPr>
            </a:lvl4pPr>
            <a:lvl5pPr>
              <a:defRPr sz="3600" b="1">
                <a:solidFill>
                  <a:srgbClr val="287FA6"/>
                </a:solidFill>
              </a:defRPr>
            </a:lvl5pPr>
            <a:lvl6pPr>
              <a:defRPr sz="3600" b="1">
                <a:solidFill>
                  <a:srgbClr val="287FA6"/>
                </a:solidFill>
              </a:defRPr>
            </a:lvl6pPr>
            <a:lvl7pPr>
              <a:defRPr sz="3600" b="1">
                <a:solidFill>
                  <a:srgbClr val="287FA6"/>
                </a:solidFill>
              </a:defRPr>
            </a:lvl7pPr>
            <a:lvl8pPr>
              <a:defRPr sz="3600" b="1">
                <a:solidFill>
                  <a:srgbClr val="287FA6"/>
                </a:solidFill>
              </a:defRPr>
            </a:lvl8pPr>
            <a:lvl9pPr>
              <a:defRPr sz="3600" b="1">
                <a:solidFill>
                  <a:srgbClr val="287FA6"/>
                </a:solidFill>
              </a:defRPr>
            </a:lvl9pPr>
          </a:lstStyle>
          <a:p xmlns:a="http://schemas.openxmlformats.org/drawingml/2006/main">
            <a:pPr>
              <a:defRPr sz="3600" b="1">
                <a:solidFill>
                  <a:srgbClr val="287FA6"/>
                </a:solidFill>
              </a:defRPr>
            </a:pPr>
            <a:r>
              <a:rPr sz="3600" b="1">
                <a:solidFill>
                  <a:srgbClr val="287FA6"/>
                </a:solidFill>
              </a:rPr>
              <a:t>FLEA</a:t>
            </a:r>
          </a:p>
        </p:txBody>
      </p:sp>
      <p:sp>
        <p:nvSpPr>
          <p:cNvPr id="25" name="">
            <a:extLst xmlns:a="http://schemas.openxmlformats.org/drawingml/2006/main">
              <a:ext uri="{FF2B5EF4-FFF2-40B4-BE49-F238E27FC236}">
                <a16:creationId xmlns:a16="http://schemas.microsoft.com/office/drawing/2014/main" id="{B0438D26-61E2-4DA0-B42B-3E5013117BA8}"/>
              </a:ext>
            </a:extLst>
          </p:cNvPr>
          <p:cNvSpPr>
            <a:spLocks xmlns:a="http://schemas.openxmlformats.org/drawingml/2006/main" noGrp="1"/>
          </p:cNvSpPr>
          <p:nvPr/>
        </p:nvSpPr>
        <p:spPr>
          <a:xfrm xmlns:a="http://schemas.openxmlformats.org/drawingml/2006/main">
            <a:off x="647700" y="4067175"/>
            <a:ext cx="4048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637481"/>
                </a:solidFill>
              </a:defRPr>
            </a:defPPr>
            <a:lvl1pPr>
              <a:defRPr sz="1800" b="0">
                <a:solidFill>
                  <a:srgbClr val="637481"/>
                </a:solidFill>
              </a:defRPr>
            </a:lvl1pPr>
            <a:lvl2pPr>
              <a:defRPr sz="1800" b="0">
                <a:solidFill>
                  <a:srgbClr val="637481"/>
                </a:solidFill>
              </a:defRPr>
            </a:lvl2pPr>
            <a:lvl3pPr>
              <a:defRPr sz="1800" b="0">
                <a:solidFill>
                  <a:srgbClr val="637481"/>
                </a:solidFill>
              </a:defRPr>
            </a:lvl3pPr>
            <a:lvl4pPr>
              <a:defRPr sz="1800" b="0">
                <a:solidFill>
                  <a:srgbClr val="637481"/>
                </a:solidFill>
              </a:defRPr>
            </a:lvl4pPr>
            <a:lvl5pPr>
              <a:defRPr sz="1800" b="0">
                <a:solidFill>
                  <a:srgbClr val="637481"/>
                </a:solidFill>
              </a:defRPr>
            </a:lvl5pPr>
            <a:lvl6pPr>
              <a:defRPr sz="1800" b="0">
                <a:solidFill>
                  <a:srgbClr val="637481"/>
                </a:solidFill>
              </a:defRPr>
            </a:lvl6pPr>
            <a:lvl7pPr>
              <a:defRPr sz="1800" b="0">
                <a:solidFill>
                  <a:srgbClr val="637481"/>
                </a:solidFill>
              </a:defRPr>
            </a:lvl7pPr>
            <a:lvl8pPr>
              <a:defRPr sz="1800" b="0">
                <a:solidFill>
                  <a:srgbClr val="637481"/>
                </a:solidFill>
              </a:defRPr>
            </a:lvl8pPr>
            <a:lvl9pPr>
              <a:defRPr sz="1800" b="0">
                <a:solidFill>
                  <a:srgbClr val="637481"/>
                </a:solidFill>
              </a:defRPr>
            </a:lvl9pPr>
          </a:lstStyle>
          <a:p xmlns:a="http://schemas.openxmlformats.org/drawingml/2006/main">
            <a:pPr>
              <a:defRPr sz="1800" b="0">
                <a:solidFill>
                  <a:srgbClr val="637481"/>
                </a:solidFill>
              </a:defRPr>
            </a:pPr>
            <a:r>
              <a:rPr sz="1800" b="0">
                <a:solidFill>
                  <a:srgbClr val="637481"/>
                </a:solidFill>
              </a:rPr>
              <a:t>The insect that carries bacteria</a:t>
            </a:r>
          </a:p>
        </p:txBody>
      </p:sp>
      <p:sp>
        <p:nvSpPr>
          <p:cNvPr id="26" name="">
            <a:extLst xmlns:a="http://schemas.openxmlformats.org/drawingml/2006/main">
              <a:ext uri="{FF2B5EF4-FFF2-40B4-BE49-F238E27FC236}">
                <a16:creationId xmlns:a16="http://schemas.microsoft.com/office/drawing/2014/main" id="{CAD35BEE-3C01-4B56-BDF0-CDCE0DDE5D54}"/>
              </a:ext>
            </a:extLst>
          </p:cNvPr>
          <p:cNvSpPr>
            <a:spLocks xmlns:a="http://schemas.openxmlformats.org/drawingml/2006/main" noGrp="1"/>
          </p:cNvSpPr>
          <p:nvPr/>
        </p:nvSpPr>
        <p:spPr>
          <a:xfrm xmlns:a="http://schemas.openxmlformats.org/drawingml/2006/main">
            <a:off x="647700" y="4886325"/>
            <a:ext cx="4048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53A5B"/>
                </a:solidFill>
              </a:defRPr>
            </a:defPPr>
            <a:lvl1pPr>
              <a:defRPr sz="3600" b="1">
                <a:solidFill>
                  <a:srgbClr val="153A5B"/>
                </a:solidFill>
              </a:defRPr>
            </a:lvl1pPr>
            <a:lvl2pPr>
              <a:defRPr sz="3600" b="1">
                <a:solidFill>
                  <a:srgbClr val="153A5B"/>
                </a:solidFill>
              </a:defRPr>
            </a:lvl2pPr>
            <a:lvl3pPr>
              <a:defRPr sz="3600" b="1">
                <a:solidFill>
                  <a:srgbClr val="153A5B"/>
                </a:solidFill>
              </a:defRPr>
            </a:lvl3pPr>
            <a:lvl4pPr>
              <a:defRPr sz="3600" b="1">
                <a:solidFill>
                  <a:srgbClr val="153A5B"/>
                </a:solidFill>
              </a:defRPr>
            </a:lvl4pPr>
            <a:lvl5pPr>
              <a:defRPr sz="3600" b="1">
                <a:solidFill>
                  <a:srgbClr val="153A5B"/>
                </a:solidFill>
              </a:defRPr>
            </a:lvl5pPr>
            <a:lvl6pPr>
              <a:defRPr sz="3600" b="1">
                <a:solidFill>
                  <a:srgbClr val="153A5B"/>
                </a:solidFill>
              </a:defRPr>
            </a:lvl6pPr>
            <a:lvl7pPr>
              <a:defRPr sz="3600" b="1">
                <a:solidFill>
                  <a:srgbClr val="153A5B"/>
                </a:solidFill>
              </a:defRPr>
            </a:lvl7pPr>
            <a:lvl8pPr>
              <a:defRPr sz="3600" b="1">
                <a:solidFill>
                  <a:srgbClr val="153A5B"/>
                </a:solidFill>
              </a:defRPr>
            </a:lvl8pPr>
            <a:lvl9pPr>
              <a:defRPr sz="3600" b="1">
                <a:solidFill>
                  <a:srgbClr val="153A5B"/>
                </a:solidFill>
              </a:defRPr>
            </a:lvl9pPr>
          </a:lstStyle>
          <a:p xmlns:a="http://schemas.openxmlformats.org/drawingml/2006/main">
            <a:pPr>
              <a:defRPr sz="3600" b="1">
                <a:solidFill>
                  <a:srgbClr val="153A5B"/>
                </a:solidFill>
              </a:defRPr>
            </a:pPr>
            <a:r>
              <a:rPr sz="3600" b="1">
                <a:solidFill>
                  <a:srgbClr val="153A5B"/>
                </a:solidFill>
              </a:rPr>
              <a:t>PERSON</a:t>
            </a:r>
          </a:p>
        </p:txBody>
      </p:sp>
    </p:spTree>
    <p:extLst>
      <p:ext uri="{BB962C8B-B14F-4D97-AF65-F5344CB8AC3E}">
        <p14:creationId xmlns:p14="http://schemas.microsoft.com/office/powerpoint/2010/main" val="790680609"/>
      </p:ext>
    </p:extLst>
  </p:cSld>
</p:sld>
</file>

<file path=ppt/slides/slide3.xml><?xml version="1.0" encoding="utf-8"?>
<p:sld xmlns:p="http://schemas.openxmlformats.org/presentationml/2006/main">
  <p:cSld>
    <p:bg>
      <p:bgPr>
        <a:solidFill xmlns:a="http://schemas.openxmlformats.org/drawingml/2006/main">
          <a:srgbClr val="F6F7F7"/>
        </a:solidFill>
      </p:bgPr>
    </p:bg>
    <p:spTree>
      <p:nvGrpSpPr>
        <p:cNvPr id="1" name=""/>
        <p:cNvGrpSpPr/>
        <p:nvPr/>
      </p:nvGrpSpPr>
      <p:grpSpPr>
        <a:xfrm xmlns:a="http://schemas.openxmlformats.org/drawingml/2006/main"/>
      </p:grpSpPr>
      <p:sp>
        <p:nvSpPr>
          <p:cNvPr id="28" name="矩形 27">
            <a:extLst xmlns:a="http://schemas.openxmlformats.org/drawingml/2006/main">
              <a:ext uri="{FF2B5EF4-FFF2-40B4-BE49-F238E27FC236}">
                <a16:creationId xmlns:a16="http://schemas.microsoft.com/office/drawing/2014/main" id="{144022DE-482C-407B-9F0A-4BE259A3F7DD}"/>
              </a:ext>
            </a:extLst>
          </p:cNvPr>
          <p:cNvSpPr>
            <a:spLocks xmlns:a="http://schemas.openxmlformats.org/drawingml/2006/main" noGrp="1"/>
          </p:cNvSpPr>
          <p:nvPr/>
        </p:nvSpPr>
        <p:spPr>
          <a:xfrm xmlns:a="http://schemas.openxmlformats.org/drawingml/2006/main">
            <a:off x="590550" y="24765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825" b="1">
                <a:solidFill>
                  <a:srgbClr val="66717B"/>
                </a:solidFill>
                <a:latin typeface="Arial"/>
                <a:ea typeface="Arial"/>
                <a:cs typeface="Arial"/>
              </a:defRPr>
            </a:defPPr>
            <a:lvl1pPr algn="l">
              <a:buNone/>
              <a:defRPr sz="825" b="1">
                <a:solidFill>
                  <a:srgbClr val="66717B"/>
                </a:solidFill>
                <a:latin typeface="Arial"/>
                <a:ea typeface="Arial"/>
                <a:cs typeface="Arial"/>
              </a:defRPr>
            </a:lvl1pPr>
            <a:lvl2pPr algn="l">
              <a:buNone/>
              <a:defRPr sz="825" b="1">
                <a:solidFill>
                  <a:srgbClr val="66717B"/>
                </a:solidFill>
                <a:latin typeface="Arial"/>
                <a:ea typeface="Arial"/>
                <a:cs typeface="Arial"/>
              </a:defRPr>
            </a:lvl2pPr>
            <a:lvl3pPr algn="l">
              <a:buNone/>
              <a:defRPr sz="825" b="1">
                <a:solidFill>
                  <a:srgbClr val="66717B"/>
                </a:solidFill>
                <a:latin typeface="Arial"/>
                <a:ea typeface="Arial"/>
                <a:cs typeface="Arial"/>
              </a:defRPr>
            </a:lvl3pPr>
            <a:lvl4pPr algn="l">
              <a:buNone/>
              <a:defRPr sz="825" b="1">
                <a:solidFill>
                  <a:srgbClr val="66717B"/>
                </a:solidFill>
                <a:latin typeface="Arial"/>
                <a:ea typeface="Arial"/>
                <a:cs typeface="Arial"/>
              </a:defRPr>
            </a:lvl4pPr>
            <a:lvl5pPr algn="l">
              <a:buNone/>
              <a:defRPr sz="825" b="1">
                <a:solidFill>
                  <a:srgbClr val="66717B"/>
                </a:solidFill>
                <a:latin typeface="Arial"/>
                <a:ea typeface="Arial"/>
                <a:cs typeface="Arial"/>
              </a:defRPr>
            </a:lvl5pPr>
            <a:lvl6pPr algn="l">
              <a:buNone/>
              <a:defRPr sz="825" b="1">
                <a:solidFill>
                  <a:srgbClr val="66717B"/>
                </a:solidFill>
                <a:latin typeface="Arial"/>
                <a:ea typeface="Arial"/>
                <a:cs typeface="Arial"/>
              </a:defRPr>
            </a:lvl6pPr>
            <a:lvl7pPr algn="l">
              <a:buNone/>
              <a:defRPr sz="825" b="1">
                <a:solidFill>
                  <a:srgbClr val="66717B"/>
                </a:solidFill>
                <a:latin typeface="Arial"/>
                <a:ea typeface="Arial"/>
                <a:cs typeface="Arial"/>
              </a:defRPr>
            </a:lvl7pPr>
            <a:lvl8pPr algn="l">
              <a:buNone/>
              <a:defRPr sz="825" b="1">
                <a:solidFill>
                  <a:srgbClr val="66717B"/>
                </a:solidFill>
                <a:latin typeface="Arial"/>
                <a:ea typeface="Arial"/>
                <a:cs typeface="Arial"/>
              </a:defRPr>
            </a:lvl8pPr>
            <a:lvl9pPr algn="l">
              <a:buNone/>
              <a:defRPr sz="825" b="1">
                <a:solidFill>
                  <a:srgbClr val="66717B"/>
                </a:solidFill>
                <a:latin typeface="Arial"/>
                <a:ea typeface="Arial"/>
                <a:cs typeface="Arial"/>
              </a:defRPr>
            </a:lvl9pPr>
          </a:lstStyle>
          <a:p xmlns:a="http://schemas.openxmlformats.org/drawingml/2006/main">
            <a:pPr algn="l">
              <a:lnSpc>
                <a:spcPct val="105000"/>
              </a:lnSpc>
              <a:buNone/>
              <a:defRPr sz="825" b="1">
                <a:solidFill>
                  <a:srgbClr val="66717B"/>
                </a:solidFill>
                <a:latin typeface="Arial"/>
                <a:ea typeface="Arial"/>
                <a:cs typeface="Arial"/>
              </a:defRPr>
            </a:pPr>
            <a:r>
              <a:rPr sz="825" b="1">
                <a:solidFill>
                  <a:srgbClr val="66717B"/>
                </a:solidFill>
                <a:latin typeface="Times New Roman"/>
                <a:ea typeface="Times New Roman"/>
                <a:cs typeface="Times New Roman"/>
              </a:rPr>
              <a:t>UNIT 3  DISEASE</a:t>
            </a:r>
          </a:p>
        </p:txBody>
      </p:sp>
      <p:sp>
        <p:nvSpPr>
          <p:cNvPr id="2" name="矩形 1">
            <a:extLst xmlns:a="http://schemas.openxmlformats.org/drawingml/2006/main">
              <a:ext uri="{FF2B5EF4-FFF2-40B4-BE49-F238E27FC236}">
                <a16:creationId xmlns:a16="http://schemas.microsoft.com/office/drawing/2014/main" id="{972155A2-F22F-4FC7-8979-2E2787D2DD62}"/>
              </a:ext>
            </a:extLst>
          </p:cNvPr>
          <p:cNvSpPr>
            <a:spLocks xmlns:a="http://schemas.openxmlformats.org/drawingml/2006/main" noGrp="1"/>
          </p:cNvSpPr>
          <p:nvPr/>
        </p:nvSpPr>
        <p:spPr>
          <a:xfrm xmlns:a="http://schemas.openxmlformats.org/drawingml/2006/main">
            <a:off x="590550" y="552450"/>
            <a:ext cx="981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53A5B"/>
                </a:solidFill>
                <a:latin typeface="Arial"/>
                <a:ea typeface="Arial"/>
                <a:cs typeface="Arial"/>
              </a:defRPr>
            </a:defPPr>
            <a:lvl1pPr algn="l">
              <a:buNone/>
              <a:defRPr sz="2550" b="1">
                <a:solidFill>
                  <a:srgbClr val="153A5B"/>
                </a:solidFill>
                <a:latin typeface="Arial"/>
                <a:ea typeface="Arial"/>
                <a:cs typeface="Arial"/>
              </a:defRPr>
            </a:lvl1pPr>
            <a:lvl2pPr algn="l">
              <a:buNone/>
              <a:defRPr sz="2550" b="1">
                <a:solidFill>
                  <a:srgbClr val="153A5B"/>
                </a:solidFill>
                <a:latin typeface="Arial"/>
                <a:ea typeface="Arial"/>
                <a:cs typeface="Arial"/>
              </a:defRPr>
            </a:lvl2pPr>
            <a:lvl3pPr algn="l">
              <a:buNone/>
              <a:defRPr sz="2550" b="1">
                <a:solidFill>
                  <a:srgbClr val="153A5B"/>
                </a:solidFill>
                <a:latin typeface="Arial"/>
                <a:ea typeface="Arial"/>
                <a:cs typeface="Arial"/>
              </a:defRPr>
            </a:lvl3pPr>
            <a:lvl4pPr algn="l">
              <a:buNone/>
              <a:defRPr sz="2550" b="1">
                <a:solidFill>
                  <a:srgbClr val="153A5B"/>
                </a:solidFill>
                <a:latin typeface="Arial"/>
                <a:ea typeface="Arial"/>
                <a:cs typeface="Arial"/>
              </a:defRPr>
            </a:lvl4pPr>
            <a:lvl5pPr algn="l">
              <a:buNone/>
              <a:defRPr sz="2550" b="1">
                <a:solidFill>
                  <a:srgbClr val="153A5B"/>
                </a:solidFill>
                <a:latin typeface="Arial"/>
                <a:ea typeface="Arial"/>
                <a:cs typeface="Arial"/>
              </a:defRPr>
            </a:lvl5pPr>
            <a:lvl6pPr algn="l">
              <a:buNone/>
              <a:defRPr sz="2550" b="1">
                <a:solidFill>
                  <a:srgbClr val="153A5B"/>
                </a:solidFill>
                <a:latin typeface="Arial"/>
                <a:ea typeface="Arial"/>
                <a:cs typeface="Arial"/>
              </a:defRPr>
            </a:lvl6pPr>
            <a:lvl7pPr algn="l">
              <a:buNone/>
              <a:defRPr sz="2550" b="1">
                <a:solidFill>
                  <a:srgbClr val="153A5B"/>
                </a:solidFill>
                <a:latin typeface="Arial"/>
                <a:ea typeface="Arial"/>
                <a:cs typeface="Arial"/>
              </a:defRPr>
            </a:lvl7pPr>
            <a:lvl8pPr algn="l">
              <a:buNone/>
              <a:defRPr sz="2550" b="1">
                <a:solidFill>
                  <a:srgbClr val="153A5B"/>
                </a:solidFill>
                <a:latin typeface="Arial"/>
                <a:ea typeface="Arial"/>
                <a:cs typeface="Arial"/>
              </a:defRPr>
            </a:lvl8pPr>
            <a:lvl9pPr algn="l">
              <a:buNone/>
              <a:defRPr sz="2550" b="1">
                <a:solidFill>
                  <a:srgbClr val="153A5B"/>
                </a:solidFill>
                <a:latin typeface="Arial"/>
                <a:ea typeface="Arial"/>
                <a:cs typeface="Arial"/>
              </a:defRPr>
            </a:lvl9pPr>
          </a:lstStyle>
          <a:p xmlns:a="http://schemas.openxmlformats.org/drawingml/2006/main">
            <a:pPr algn="l">
              <a:lnSpc>
                <a:spcPct val="105000"/>
              </a:lnSpc>
              <a:buNone/>
              <a:defRPr sz="2550" b="1">
                <a:solidFill>
                  <a:srgbClr val="153A5B"/>
                </a:solidFill>
                <a:latin typeface="Arial"/>
                <a:ea typeface="Arial"/>
                <a:cs typeface="Arial"/>
              </a:defRPr>
            </a:pPr>
            <a:r>
              <a:rPr sz="2550" b="1">
                <a:solidFill>
                  <a:srgbClr val="153A5B"/>
                </a:solidFill>
                <a:latin typeface="Times New Roman"/>
                <a:ea typeface="Times New Roman"/>
                <a:cs typeface="Times New Roman"/>
              </a:rPr>
              <a:t>Symptoms and treatment</a:t>
            </a:r>
          </a:p>
        </p:txBody>
      </p:sp>
      <p:sp>
        <p:nvSpPr>
          <p:cNvPr id="3" name="矩形 2">
            <a:extLst xmlns:a="http://schemas.openxmlformats.org/drawingml/2006/main">
              <a:ext uri="{FF2B5EF4-FFF2-40B4-BE49-F238E27FC236}">
                <a16:creationId xmlns:a16="http://schemas.microsoft.com/office/drawing/2014/main" id="{30100914-D1A2-4150-8463-F5088A5C0E44}"/>
              </a:ext>
            </a:extLst>
          </p:cNvPr>
          <p:cNvSpPr>
            <a:spLocks xmlns:a="http://schemas.openxmlformats.org/drawingml/2006/main" noGrp="1"/>
          </p:cNvSpPr>
          <p:nvPr/>
        </p:nvSpPr>
        <p:spPr>
          <a:xfrm xmlns:a="http://schemas.openxmlformats.org/drawingml/2006/main">
            <a:off x="590550" y="1104900"/>
            <a:ext cx="11010900" cy="9525"/>
          </a:xfrm>
          <a:prstGeom xmlns:a="http://schemas.openxmlformats.org/drawingml/2006/main" prst="rect">
            <a:avLst/>
          </a:prstGeom>
          <a:solidFill xmlns:a="http://schemas.openxmlformats.org/drawingml/2006/main">
            <a:srgbClr val="153A5B"/>
          </a:solidFill>
          <a:ln xmlns:a="http://schemas.openxmlformats.org/drawingml/2006/main" w="0">
            <a:noFill/>
            <a:prstDash val="solid"/>
          </a:ln>
        </p:spPr>
      </p:sp>
      <p:sp>
        <p:nvSpPr>
          <p:cNvPr id="4" name="矩形 3">
            <a:extLst xmlns:a="http://schemas.openxmlformats.org/drawingml/2006/main">
              <a:ext uri="{FF2B5EF4-FFF2-40B4-BE49-F238E27FC236}">
                <a16:creationId xmlns:a16="http://schemas.microsoft.com/office/drawing/2014/main" id="{409F604C-D493-442E-9AB7-E3B7E4085CF9}"/>
              </a:ext>
            </a:extLst>
          </p:cNvPr>
          <p:cNvSpPr>
            <a:spLocks xmlns:a="http://schemas.openxmlformats.org/drawingml/2006/main" noGrp="1"/>
          </p:cNvSpPr>
          <p:nvPr/>
        </p:nvSpPr>
        <p:spPr>
          <a:xfrm xmlns:a="http://schemas.openxmlformats.org/drawingml/2006/main">
            <a:off x="590550" y="1409700"/>
            <a:ext cx="619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24282C"/>
                </a:solidFill>
                <a:latin typeface="Arial"/>
                <a:ea typeface="Arial"/>
                <a:cs typeface="Arial"/>
              </a:defRPr>
            </a:defPPr>
            <a:lvl1pPr algn="l">
              <a:buNone/>
              <a:defRPr sz="1725" b="0">
                <a:solidFill>
                  <a:srgbClr val="24282C"/>
                </a:solidFill>
                <a:latin typeface="Arial"/>
                <a:ea typeface="Arial"/>
                <a:cs typeface="Arial"/>
              </a:defRPr>
            </a:lvl1pPr>
            <a:lvl2pPr algn="l">
              <a:buNone/>
              <a:defRPr sz="1725" b="0">
                <a:solidFill>
                  <a:srgbClr val="24282C"/>
                </a:solidFill>
                <a:latin typeface="Arial"/>
                <a:ea typeface="Arial"/>
                <a:cs typeface="Arial"/>
              </a:defRPr>
            </a:lvl2pPr>
            <a:lvl3pPr algn="l">
              <a:buNone/>
              <a:defRPr sz="1725" b="0">
                <a:solidFill>
                  <a:srgbClr val="24282C"/>
                </a:solidFill>
                <a:latin typeface="Arial"/>
                <a:ea typeface="Arial"/>
                <a:cs typeface="Arial"/>
              </a:defRPr>
            </a:lvl3pPr>
            <a:lvl4pPr algn="l">
              <a:buNone/>
              <a:defRPr sz="1725" b="0">
                <a:solidFill>
                  <a:srgbClr val="24282C"/>
                </a:solidFill>
                <a:latin typeface="Arial"/>
                <a:ea typeface="Arial"/>
                <a:cs typeface="Arial"/>
              </a:defRPr>
            </a:lvl4pPr>
            <a:lvl5pPr algn="l">
              <a:buNone/>
              <a:defRPr sz="1725" b="0">
                <a:solidFill>
                  <a:srgbClr val="24282C"/>
                </a:solidFill>
                <a:latin typeface="Arial"/>
                <a:ea typeface="Arial"/>
                <a:cs typeface="Arial"/>
              </a:defRPr>
            </a:lvl5pPr>
            <a:lvl6pPr algn="l">
              <a:buNone/>
              <a:defRPr sz="1725" b="0">
                <a:solidFill>
                  <a:srgbClr val="24282C"/>
                </a:solidFill>
                <a:latin typeface="Arial"/>
                <a:ea typeface="Arial"/>
                <a:cs typeface="Arial"/>
              </a:defRPr>
            </a:lvl6pPr>
            <a:lvl7pPr algn="l">
              <a:buNone/>
              <a:defRPr sz="1725" b="0">
                <a:solidFill>
                  <a:srgbClr val="24282C"/>
                </a:solidFill>
                <a:latin typeface="Arial"/>
                <a:ea typeface="Arial"/>
                <a:cs typeface="Arial"/>
              </a:defRPr>
            </a:lvl7pPr>
            <a:lvl8pPr algn="l">
              <a:buNone/>
              <a:defRPr sz="1725" b="0">
                <a:solidFill>
                  <a:srgbClr val="24282C"/>
                </a:solidFill>
                <a:latin typeface="Arial"/>
                <a:ea typeface="Arial"/>
                <a:cs typeface="Arial"/>
              </a:defRPr>
            </a:lvl8pPr>
            <a:lvl9pPr algn="l">
              <a:buNone/>
              <a:defRPr sz="1725" b="0">
                <a:solidFill>
                  <a:srgbClr val="24282C"/>
                </a:solidFill>
                <a:latin typeface="Arial"/>
                <a:ea typeface="Arial"/>
                <a:cs typeface="Arial"/>
              </a:defRPr>
            </a:lvl9pPr>
          </a:lstStyle>
          <a:p xmlns:a="http://schemas.openxmlformats.org/drawingml/2006/main">
            <a:pPr algn="l">
              <a:lnSpc>
                <a:spcPct val="105000"/>
              </a:lnSpc>
              <a:buNone/>
              <a:defRPr sz="1725" b="0">
                <a:solidFill>
                  <a:srgbClr val="24282C"/>
                </a:solidFill>
                <a:latin typeface="Arial"/>
                <a:ea typeface="Arial"/>
                <a:cs typeface="Arial"/>
              </a:defRPr>
            </a:pPr>
            <a:r>
              <a:rPr sz="1725" b="0">
                <a:solidFill>
                  <a:srgbClr val="24282C"/>
                </a:solidFill>
                <a:latin typeface="Times New Roman"/>
                <a:ea typeface="Times New Roman"/>
                <a:cs typeface="Times New Roman"/>
              </a:rPr>
              <a:t>Sudden illness after possible exposure needs urgent attention.</a:t>
            </a:r>
          </a:p>
        </p:txBody>
      </p:sp>
      <p:sp>
        <p:nvSpPr>
          <p:cNvPr id="5" name="矩形 4">
            <a:extLst xmlns:a="http://schemas.openxmlformats.org/drawingml/2006/main">
              <a:ext uri="{FF2B5EF4-FFF2-40B4-BE49-F238E27FC236}">
                <a16:creationId xmlns:a16="http://schemas.microsoft.com/office/drawing/2014/main" id="{5CE0262A-3429-4D81-A52D-7D4A6A7B589A}"/>
              </a:ext>
            </a:extLst>
          </p:cNvPr>
          <p:cNvSpPr>
            <a:spLocks xmlns:a="http://schemas.openxmlformats.org/drawingml/2006/main" noGrp="1"/>
          </p:cNvSpPr>
          <p:nvPr/>
        </p:nvSpPr>
        <p:spPr>
          <a:xfrm xmlns:a="http://schemas.openxmlformats.org/drawingml/2006/main">
            <a:off x="590550" y="2095500"/>
            <a:ext cx="3000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153A5B"/>
                </a:solidFill>
                <a:latin typeface="Arial"/>
                <a:ea typeface="Arial"/>
                <a:cs typeface="Arial"/>
              </a:defRPr>
            </a:defPPr>
            <a:lvl1pPr algn="l">
              <a:buNone/>
              <a:defRPr sz="1350" b="1">
                <a:solidFill>
                  <a:srgbClr val="153A5B"/>
                </a:solidFill>
                <a:latin typeface="Arial"/>
                <a:ea typeface="Arial"/>
                <a:cs typeface="Arial"/>
              </a:defRPr>
            </a:lvl1pPr>
            <a:lvl2pPr algn="l">
              <a:buNone/>
              <a:defRPr sz="1350" b="1">
                <a:solidFill>
                  <a:srgbClr val="153A5B"/>
                </a:solidFill>
                <a:latin typeface="Arial"/>
                <a:ea typeface="Arial"/>
                <a:cs typeface="Arial"/>
              </a:defRPr>
            </a:lvl2pPr>
            <a:lvl3pPr algn="l">
              <a:buNone/>
              <a:defRPr sz="1350" b="1">
                <a:solidFill>
                  <a:srgbClr val="153A5B"/>
                </a:solidFill>
                <a:latin typeface="Arial"/>
                <a:ea typeface="Arial"/>
                <a:cs typeface="Arial"/>
              </a:defRPr>
            </a:lvl3pPr>
            <a:lvl4pPr algn="l">
              <a:buNone/>
              <a:defRPr sz="1350" b="1">
                <a:solidFill>
                  <a:srgbClr val="153A5B"/>
                </a:solidFill>
                <a:latin typeface="Arial"/>
                <a:ea typeface="Arial"/>
                <a:cs typeface="Arial"/>
              </a:defRPr>
            </a:lvl4pPr>
            <a:lvl5pPr algn="l">
              <a:buNone/>
              <a:defRPr sz="1350" b="1">
                <a:solidFill>
                  <a:srgbClr val="153A5B"/>
                </a:solidFill>
                <a:latin typeface="Arial"/>
                <a:ea typeface="Arial"/>
                <a:cs typeface="Arial"/>
              </a:defRPr>
            </a:lvl5pPr>
            <a:lvl6pPr algn="l">
              <a:buNone/>
              <a:defRPr sz="1350" b="1">
                <a:solidFill>
                  <a:srgbClr val="153A5B"/>
                </a:solidFill>
                <a:latin typeface="Arial"/>
                <a:ea typeface="Arial"/>
                <a:cs typeface="Arial"/>
              </a:defRPr>
            </a:lvl6pPr>
            <a:lvl7pPr algn="l">
              <a:buNone/>
              <a:defRPr sz="1350" b="1">
                <a:solidFill>
                  <a:srgbClr val="153A5B"/>
                </a:solidFill>
                <a:latin typeface="Arial"/>
                <a:ea typeface="Arial"/>
                <a:cs typeface="Arial"/>
              </a:defRPr>
            </a:lvl7pPr>
            <a:lvl8pPr algn="l">
              <a:buNone/>
              <a:defRPr sz="1350" b="1">
                <a:solidFill>
                  <a:srgbClr val="153A5B"/>
                </a:solidFill>
                <a:latin typeface="Arial"/>
                <a:ea typeface="Arial"/>
                <a:cs typeface="Arial"/>
              </a:defRPr>
            </a:lvl8pPr>
            <a:lvl9pPr algn="l">
              <a:buNone/>
              <a:defRPr sz="1350" b="1">
                <a:solidFill>
                  <a:srgbClr val="153A5B"/>
                </a:solidFill>
                <a:latin typeface="Arial"/>
                <a:ea typeface="Arial"/>
                <a:cs typeface="Arial"/>
              </a:defRPr>
            </a:lvl9pPr>
          </a:lstStyle>
          <a:p xmlns:a="http://schemas.openxmlformats.org/drawingml/2006/main">
            <a:pPr algn="l">
              <a:lnSpc>
                <a:spcPct val="105000"/>
              </a:lnSpc>
              <a:buNone/>
              <a:defRPr sz="1350" b="1">
                <a:solidFill>
                  <a:srgbClr val="153A5B"/>
                </a:solidFill>
                <a:latin typeface="Arial"/>
                <a:ea typeface="Arial"/>
                <a:cs typeface="Arial"/>
              </a:defRPr>
            </a:pPr>
            <a:r>
              <a:rPr sz="1350" b="1">
                <a:solidFill>
                  <a:srgbClr val="153A5B"/>
                </a:solidFill>
                <a:latin typeface="Times New Roman"/>
                <a:ea typeface="Times New Roman"/>
                <a:cs typeface="Times New Roman"/>
              </a:rPr>
              <a:t>Fever and chills</a:t>
            </a:r>
          </a:p>
        </p:txBody>
      </p:sp>
      <p:sp>
        <p:nvSpPr>
          <p:cNvPr id="6" name="矩形 5">
            <a:extLst xmlns:a="http://schemas.openxmlformats.org/drawingml/2006/main">
              <a:ext uri="{FF2B5EF4-FFF2-40B4-BE49-F238E27FC236}">
                <a16:creationId xmlns:a16="http://schemas.microsoft.com/office/drawing/2014/main" id="{2C369B7A-5860-453A-9A18-01E12CA5AA1C}"/>
              </a:ext>
            </a:extLst>
          </p:cNvPr>
          <p:cNvSpPr>
            <a:spLocks xmlns:a="http://schemas.openxmlformats.org/drawingml/2006/main" noGrp="1"/>
          </p:cNvSpPr>
          <p:nvPr/>
        </p:nvSpPr>
        <p:spPr>
          <a:xfrm xmlns:a="http://schemas.openxmlformats.org/drawingml/2006/main">
            <a:off x="590550" y="2466975"/>
            <a:ext cx="3000375" cy="19050"/>
          </a:xfrm>
          <a:prstGeom xmlns:a="http://schemas.openxmlformats.org/drawingml/2006/main" prst="rect">
            <a:avLst/>
          </a:prstGeom>
          <a:solidFill xmlns:a="http://schemas.openxmlformats.org/drawingml/2006/main">
            <a:srgbClr val="2878A5"/>
          </a:solidFill>
          <a:ln xmlns:a="http://schemas.openxmlformats.org/drawingml/2006/main" w="0">
            <a:noFill/>
            <a:prstDash val="solid"/>
          </a:ln>
        </p:spPr>
      </p:sp>
      <p:sp>
        <p:nvSpPr>
          <p:cNvPr id="7" name="矩形 6">
            <a:extLst xmlns:a="http://schemas.openxmlformats.org/drawingml/2006/main">
              <a:ext uri="{FF2B5EF4-FFF2-40B4-BE49-F238E27FC236}">
                <a16:creationId xmlns:a16="http://schemas.microsoft.com/office/drawing/2014/main" id="{F20E1DB0-764E-4534-A512-A5BE8CEDE425}"/>
              </a:ext>
            </a:extLst>
          </p:cNvPr>
          <p:cNvSpPr>
            <a:spLocks xmlns:a="http://schemas.openxmlformats.org/drawingml/2006/main" noGrp="1"/>
          </p:cNvSpPr>
          <p:nvPr/>
        </p:nvSpPr>
        <p:spPr>
          <a:xfrm xmlns:a="http://schemas.openxmlformats.org/drawingml/2006/main">
            <a:off x="590550" y="2647950"/>
            <a:ext cx="30003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24282C"/>
                </a:solidFill>
                <a:latin typeface="Arial"/>
                <a:ea typeface="Arial"/>
                <a:cs typeface="Arial"/>
              </a:defRPr>
            </a:defPPr>
            <a:lvl1pPr algn="l">
              <a:buNone/>
              <a:defRPr sz="1200" b="0">
                <a:solidFill>
                  <a:srgbClr val="24282C"/>
                </a:solidFill>
                <a:latin typeface="Arial"/>
                <a:ea typeface="Arial"/>
                <a:cs typeface="Arial"/>
              </a:defRPr>
            </a:lvl1pPr>
            <a:lvl2pPr algn="l">
              <a:buNone/>
              <a:defRPr sz="1200" b="0">
                <a:solidFill>
                  <a:srgbClr val="24282C"/>
                </a:solidFill>
                <a:latin typeface="Arial"/>
                <a:ea typeface="Arial"/>
                <a:cs typeface="Arial"/>
              </a:defRPr>
            </a:lvl2pPr>
            <a:lvl3pPr algn="l">
              <a:buNone/>
              <a:defRPr sz="1200" b="0">
                <a:solidFill>
                  <a:srgbClr val="24282C"/>
                </a:solidFill>
                <a:latin typeface="Arial"/>
                <a:ea typeface="Arial"/>
                <a:cs typeface="Arial"/>
              </a:defRPr>
            </a:lvl3pPr>
            <a:lvl4pPr algn="l">
              <a:buNone/>
              <a:defRPr sz="1200" b="0">
                <a:solidFill>
                  <a:srgbClr val="24282C"/>
                </a:solidFill>
                <a:latin typeface="Arial"/>
                <a:ea typeface="Arial"/>
                <a:cs typeface="Arial"/>
              </a:defRPr>
            </a:lvl4pPr>
            <a:lvl5pPr algn="l">
              <a:buNone/>
              <a:defRPr sz="1200" b="0">
                <a:solidFill>
                  <a:srgbClr val="24282C"/>
                </a:solidFill>
                <a:latin typeface="Arial"/>
                <a:ea typeface="Arial"/>
                <a:cs typeface="Arial"/>
              </a:defRPr>
            </a:lvl5pPr>
            <a:lvl6pPr algn="l">
              <a:buNone/>
              <a:defRPr sz="1200" b="0">
                <a:solidFill>
                  <a:srgbClr val="24282C"/>
                </a:solidFill>
                <a:latin typeface="Arial"/>
                <a:ea typeface="Arial"/>
                <a:cs typeface="Arial"/>
              </a:defRPr>
            </a:lvl6pPr>
            <a:lvl7pPr algn="l">
              <a:buNone/>
              <a:defRPr sz="1200" b="0">
                <a:solidFill>
                  <a:srgbClr val="24282C"/>
                </a:solidFill>
                <a:latin typeface="Arial"/>
                <a:ea typeface="Arial"/>
                <a:cs typeface="Arial"/>
              </a:defRPr>
            </a:lvl7pPr>
            <a:lvl8pPr algn="l">
              <a:buNone/>
              <a:defRPr sz="1200" b="0">
                <a:solidFill>
                  <a:srgbClr val="24282C"/>
                </a:solidFill>
                <a:latin typeface="Arial"/>
                <a:ea typeface="Arial"/>
                <a:cs typeface="Arial"/>
              </a:defRPr>
            </a:lvl8pPr>
            <a:lvl9pPr algn="l">
              <a:buNone/>
              <a:defRPr sz="1200" b="0">
                <a:solidFill>
                  <a:srgbClr val="24282C"/>
                </a:solidFill>
                <a:latin typeface="Arial"/>
                <a:ea typeface="Arial"/>
                <a:cs typeface="Arial"/>
              </a:defRPr>
            </a:lvl9pPr>
          </a:lstStyle>
          <a:p xmlns:a="http://schemas.openxmlformats.org/drawingml/2006/main">
            <a:pPr algn="l">
              <a:lnSpc>
                <a:spcPct val="114000"/>
              </a:lnSpc>
              <a:buNone/>
              <a:defRPr sz="1200" b="0">
                <a:solidFill>
                  <a:srgbClr val="24282C"/>
                </a:solidFill>
                <a:latin typeface="Arial"/>
                <a:ea typeface="Arial"/>
                <a:cs typeface="Arial"/>
              </a:defRPr>
            </a:pPr>
            <a:r>
              <a:rPr sz="1200" b="0">
                <a:solidFill>
                  <a:srgbClr val="24282C"/>
                </a:solidFill>
                <a:latin typeface="Times New Roman"/>
                <a:ea typeface="Times New Roman"/>
                <a:cs typeface="Times New Roman"/>
              </a:rPr>
              <a:t>Symptoms can begin suddenly</a:t>
            </a:r>
          </a:p>
        </p:txBody>
      </p:sp>
      <p:sp>
        <p:nvSpPr>
          <p:cNvPr id="8" name="矩形 7">
            <a:extLst xmlns:a="http://schemas.openxmlformats.org/drawingml/2006/main">
              <a:ext uri="{FF2B5EF4-FFF2-40B4-BE49-F238E27FC236}">
                <a16:creationId xmlns:a16="http://schemas.microsoft.com/office/drawing/2014/main" id="{F71C05EA-70C2-4173-8B51-5EDF61DA7680}"/>
              </a:ext>
            </a:extLst>
          </p:cNvPr>
          <p:cNvSpPr>
            <a:spLocks xmlns:a="http://schemas.openxmlformats.org/drawingml/2006/main" noGrp="1"/>
          </p:cNvSpPr>
          <p:nvPr/>
        </p:nvSpPr>
        <p:spPr>
          <a:xfrm xmlns:a="http://schemas.openxmlformats.org/drawingml/2006/main">
            <a:off x="4019550" y="2095500"/>
            <a:ext cx="3000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153A5B"/>
                </a:solidFill>
                <a:latin typeface="Arial"/>
                <a:ea typeface="Arial"/>
                <a:cs typeface="Arial"/>
              </a:defRPr>
            </a:defPPr>
            <a:lvl1pPr algn="l">
              <a:buNone/>
              <a:defRPr sz="1350" b="1">
                <a:solidFill>
                  <a:srgbClr val="153A5B"/>
                </a:solidFill>
                <a:latin typeface="Arial"/>
                <a:ea typeface="Arial"/>
                <a:cs typeface="Arial"/>
              </a:defRPr>
            </a:lvl1pPr>
            <a:lvl2pPr algn="l">
              <a:buNone/>
              <a:defRPr sz="1350" b="1">
                <a:solidFill>
                  <a:srgbClr val="153A5B"/>
                </a:solidFill>
                <a:latin typeface="Arial"/>
                <a:ea typeface="Arial"/>
                <a:cs typeface="Arial"/>
              </a:defRPr>
            </a:lvl2pPr>
            <a:lvl3pPr algn="l">
              <a:buNone/>
              <a:defRPr sz="1350" b="1">
                <a:solidFill>
                  <a:srgbClr val="153A5B"/>
                </a:solidFill>
                <a:latin typeface="Arial"/>
                <a:ea typeface="Arial"/>
                <a:cs typeface="Arial"/>
              </a:defRPr>
            </a:lvl3pPr>
            <a:lvl4pPr algn="l">
              <a:buNone/>
              <a:defRPr sz="1350" b="1">
                <a:solidFill>
                  <a:srgbClr val="153A5B"/>
                </a:solidFill>
                <a:latin typeface="Arial"/>
                <a:ea typeface="Arial"/>
                <a:cs typeface="Arial"/>
              </a:defRPr>
            </a:lvl4pPr>
            <a:lvl5pPr algn="l">
              <a:buNone/>
              <a:defRPr sz="1350" b="1">
                <a:solidFill>
                  <a:srgbClr val="153A5B"/>
                </a:solidFill>
                <a:latin typeface="Arial"/>
                <a:ea typeface="Arial"/>
                <a:cs typeface="Arial"/>
              </a:defRPr>
            </a:lvl5pPr>
            <a:lvl6pPr algn="l">
              <a:buNone/>
              <a:defRPr sz="1350" b="1">
                <a:solidFill>
                  <a:srgbClr val="153A5B"/>
                </a:solidFill>
                <a:latin typeface="Arial"/>
                <a:ea typeface="Arial"/>
                <a:cs typeface="Arial"/>
              </a:defRPr>
            </a:lvl6pPr>
            <a:lvl7pPr algn="l">
              <a:buNone/>
              <a:defRPr sz="1350" b="1">
                <a:solidFill>
                  <a:srgbClr val="153A5B"/>
                </a:solidFill>
                <a:latin typeface="Arial"/>
                <a:ea typeface="Arial"/>
                <a:cs typeface="Arial"/>
              </a:defRPr>
            </a:lvl7pPr>
            <a:lvl8pPr algn="l">
              <a:buNone/>
              <a:defRPr sz="1350" b="1">
                <a:solidFill>
                  <a:srgbClr val="153A5B"/>
                </a:solidFill>
                <a:latin typeface="Arial"/>
                <a:ea typeface="Arial"/>
                <a:cs typeface="Arial"/>
              </a:defRPr>
            </a:lvl8pPr>
            <a:lvl9pPr algn="l">
              <a:buNone/>
              <a:defRPr sz="1350" b="1">
                <a:solidFill>
                  <a:srgbClr val="153A5B"/>
                </a:solidFill>
                <a:latin typeface="Arial"/>
                <a:ea typeface="Arial"/>
                <a:cs typeface="Arial"/>
              </a:defRPr>
            </a:lvl9pPr>
          </a:lstStyle>
          <a:p xmlns:a="http://schemas.openxmlformats.org/drawingml/2006/main">
            <a:pPr algn="l">
              <a:lnSpc>
                <a:spcPct val="105000"/>
              </a:lnSpc>
              <a:buNone/>
              <a:defRPr sz="1350" b="1">
                <a:solidFill>
                  <a:srgbClr val="153A5B"/>
                </a:solidFill>
                <a:latin typeface="Arial"/>
                <a:ea typeface="Arial"/>
                <a:cs typeface="Arial"/>
              </a:defRPr>
            </a:pPr>
            <a:r>
              <a:rPr sz="1350" b="1">
                <a:solidFill>
                  <a:srgbClr val="153A5B"/>
                </a:solidFill>
                <a:latin typeface="Times New Roman"/>
                <a:ea typeface="Times New Roman"/>
                <a:cs typeface="Times New Roman"/>
              </a:rPr>
              <a:t>Headache</a:t>
            </a:r>
          </a:p>
        </p:txBody>
      </p:sp>
      <p:sp>
        <p:nvSpPr>
          <p:cNvPr id="9" name="矩形 8">
            <a:extLst xmlns:a="http://schemas.openxmlformats.org/drawingml/2006/main">
              <a:ext uri="{FF2B5EF4-FFF2-40B4-BE49-F238E27FC236}">
                <a16:creationId xmlns:a16="http://schemas.microsoft.com/office/drawing/2014/main" id="{7733EA42-A5FA-4BEE-99F7-A2C903EE7232}"/>
              </a:ext>
            </a:extLst>
          </p:cNvPr>
          <p:cNvSpPr>
            <a:spLocks xmlns:a="http://schemas.openxmlformats.org/drawingml/2006/main" noGrp="1"/>
          </p:cNvSpPr>
          <p:nvPr/>
        </p:nvSpPr>
        <p:spPr>
          <a:xfrm xmlns:a="http://schemas.openxmlformats.org/drawingml/2006/main">
            <a:off x="4019550" y="2466975"/>
            <a:ext cx="3000375" cy="19050"/>
          </a:xfrm>
          <a:prstGeom xmlns:a="http://schemas.openxmlformats.org/drawingml/2006/main" prst="rect">
            <a:avLst/>
          </a:prstGeom>
          <a:solidFill xmlns:a="http://schemas.openxmlformats.org/drawingml/2006/main">
            <a:srgbClr val="2878A5"/>
          </a:solidFill>
          <a:ln xmlns:a="http://schemas.openxmlformats.org/drawingml/2006/main" w="0">
            <a:noFill/>
            <a:prstDash val="solid"/>
          </a:ln>
        </p:spPr>
      </p:sp>
      <p:sp>
        <p:nvSpPr>
          <p:cNvPr id="10" name="矩形 9">
            <a:extLst xmlns:a="http://schemas.openxmlformats.org/drawingml/2006/main">
              <a:ext uri="{FF2B5EF4-FFF2-40B4-BE49-F238E27FC236}">
                <a16:creationId xmlns:a16="http://schemas.microsoft.com/office/drawing/2014/main" id="{9AFD0796-7B48-491F-985F-0D640979E3AD}"/>
              </a:ext>
            </a:extLst>
          </p:cNvPr>
          <p:cNvSpPr>
            <a:spLocks xmlns:a="http://schemas.openxmlformats.org/drawingml/2006/main" noGrp="1"/>
          </p:cNvSpPr>
          <p:nvPr/>
        </p:nvSpPr>
        <p:spPr>
          <a:xfrm xmlns:a="http://schemas.openxmlformats.org/drawingml/2006/main">
            <a:off x="4019550" y="2647950"/>
            <a:ext cx="30003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24282C"/>
                </a:solidFill>
                <a:latin typeface="Arial"/>
                <a:ea typeface="Arial"/>
                <a:cs typeface="Arial"/>
              </a:defRPr>
            </a:defPPr>
            <a:lvl1pPr algn="l">
              <a:buNone/>
              <a:defRPr sz="1200" b="0">
                <a:solidFill>
                  <a:srgbClr val="24282C"/>
                </a:solidFill>
                <a:latin typeface="Arial"/>
                <a:ea typeface="Arial"/>
                <a:cs typeface="Arial"/>
              </a:defRPr>
            </a:lvl1pPr>
            <a:lvl2pPr algn="l">
              <a:buNone/>
              <a:defRPr sz="1200" b="0">
                <a:solidFill>
                  <a:srgbClr val="24282C"/>
                </a:solidFill>
                <a:latin typeface="Arial"/>
                <a:ea typeface="Arial"/>
                <a:cs typeface="Arial"/>
              </a:defRPr>
            </a:lvl2pPr>
            <a:lvl3pPr algn="l">
              <a:buNone/>
              <a:defRPr sz="1200" b="0">
                <a:solidFill>
                  <a:srgbClr val="24282C"/>
                </a:solidFill>
                <a:latin typeface="Arial"/>
                <a:ea typeface="Arial"/>
                <a:cs typeface="Arial"/>
              </a:defRPr>
            </a:lvl3pPr>
            <a:lvl4pPr algn="l">
              <a:buNone/>
              <a:defRPr sz="1200" b="0">
                <a:solidFill>
                  <a:srgbClr val="24282C"/>
                </a:solidFill>
                <a:latin typeface="Arial"/>
                <a:ea typeface="Arial"/>
                <a:cs typeface="Arial"/>
              </a:defRPr>
            </a:lvl4pPr>
            <a:lvl5pPr algn="l">
              <a:buNone/>
              <a:defRPr sz="1200" b="0">
                <a:solidFill>
                  <a:srgbClr val="24282C"/>
                </a:solidFill>
                <a:latin typeface="Arial"/>
                <a:ea typeface="Arial"/>
                <a:cs typeface="Arial"/>
              </a:defRPr>
            </a:lvl5pPr>
            <a:lvl6pPr algn="l">
              <a:buNone/>
              <a:defRPr sz="1200" b="0">
                <a:solidFill>
                  <a:srgbClr val="24282C"/>
                </a:solidFill>
                <a:latin typeface="Arial"/>
                <a:ea typeface="Arial"/>
                <a:cs typeface="Arial"/>
              </a:defRPr>
            </a:lvl6pPr>
            <a:lvl7pPr algn="l">
              <a:buNone/>
              <a:defRPr sz="1200" b="0">
                <a:solidFill>
                  <a:srgbClr val="24282C"/>
                </a:solidFill>
                <a:latin typeface="Arial"/>
                <a:ea typeface="Arial"/>
                <a:cs typeface="Arial"/>
              </a:defRPr>
            </a:lvl7pPr>
            <a:lvl8pPr algn="l">
              <a:buNone/>
              <a:defRPr sz="1200" b="0">
                <a:solidFill>
                  <a:srgbClr val="24282C"/>
                </a:solidFill>
                <a:latin typeface="Arial"/>
                <a:ea typeface="Arial"/>
                <a:cs typeface="Arial"/>
              </a:defRPr>
            </a:lvl8pPr>
            <a:lvl9pPr algn="l">
              <a:buNone/>
              <a:defRPr sz="1200" b="0">
                <a:solidFill>
                  <a:srgbClr val="24282C"/>
                </a:solidFill>
                <a:latin typeface="Arial"/>
                <a:ea typeface="Arial"/>
                <a:cs typeface="Arial"/>
              </a:defRPr>
            </a:lvl9pPr>
          </a:lstStyle>
          <a:p xmlns:a="http://schemas.openxmlformats.org/drawingml/2006/main">
            <a:pPr algn="l">
              <a:lnSpc>
                <a:spcPct val="114000"/>
              </a:lnSpc>
              <a:buNone/>
              <a:defRPr sz="1200" b="0">
                <a:solidFill>
                  <a:srgbClr val="24282C"/>
                </a:solidFill>
                <a:latin typeface="Arial"/>
                <a:ea typeface="Arial"/>
                <a:cs typeface="Arial"/>
              </a:defRPr>
            </a:pPr>
            <a:r>
              <a:rPr sz="1200" b="0">
                <a:solidFill>
                  <a:srgbClr val="24282C"/>
                </a:solidFill>
                <a:latin typeface="Times New Roman"/>
                <a:ea typeface="Times New Roman"/>
                <a:cs typeface="Times New Roman"/>
              </a:rPr>
              <a:t>Often occurs with severe weakness</a:t>
            </a:r>
          </a:p>
        </p:txBody>
      </p:sp>
      <p:sp>
        <p:nvSpPr>
          <p:cNvPr id="11" name="矩形 10">
            <a:extLst xmlns:a="http://schemas.openxmlformats.org/drawingml/2006/main">
              <a:ext uri="{FF2B5EF4-FFF2-40B4-BE49-F238E27FC236}">
                <a16:creationId xmlns:a16="http://schemas.microsoft.com/office/drawing/2014/main" id="{B3CB648F-4E3E-4B00-BFC2-E47439825A98}"/>
              </a:ext>
            </a:extLst>
          </p:cNvPr>
          <p:cNvSpPr>
            <a:spLocks xmlns:a="http://schemas.openxmlformats.org/drawingml/2006/main" noGrp="1"/>
          </p:cNvSpPr>
          <p:nvPr/>
        </p:nvSpPr>
        <p:spPr>
          <a:xfrm xmlns:a="http://schemas.openxmlformats.org/drawingml/2006/main">
            <a:off x="590550" y="3476625"/>
            <a:ext cx="3000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153A5B"/>
                </a:solidFill>
                <a:latin typeface="Arial"/>
                <a:ea typeface="Arial"/>
                <a:cs typeface="Arial"/>
              </a:defRPr>
            </a:defPPr>
            <a:lvl1pPr algn="l">
              <a:buNone/>
              <a:defRPr sz="1350" b="1">
                <a:solidFill>
                  <a:srgbClr val="153A5B"/>
                </a:solidFill>
                <a:latin typeface="Arial"/>
                <a:ea typeface="Arial"/>
                <a:cs typeface="Arial"/>
              </a:defRPr>
            </a:lvl1pPr>
            <a:lvl2pPr algn="l">
              <a:buNone/>
              <a:defRPr sz="1350" b="1">
                <a:solidFill>
                  <a:srgbClr val="153A5B"/>
                </a:solidFill>
                <a:latin typeface="Arial"/>
                <a:ea typeface="Arial"/>
                <a:cs typeface="Arial"/>
              </a:defRPr>
            </a:lvl2pPr>
            <a:lvl3pPr algn="l">
              <a:buNone/>
              <a:defRPr sz="1350" b="1">
                <a:solidFill>
                  <a:srgbClr val="153A5B"/>
                </a:solidFill>
                <a:latin typeface="Arial"/>
                <a:ea typeface="Arial"/>
                <a:cs typeface="Arial"/>
              </a:defRPr>
            </a:lvl3pPr>
            <a:lvl4pPr algn="l">
              <a:buNone/>
              <a:defRPr sz="1350" b="1">
                <a:solidFill>
                  <a:srgbClr val="153A5B"/>
                </a:solidFill>
                <a:latin typeface="Arial"/>
                <a:ea typeface="Arial"/>
                <a:cs typeface="Arial"/>
              </a:defRPr>
            </a:lvl4pPr>
            <a:lvl5pPr algn="l">
              <a:buNone/>
              <a:defRPr sz="1350" b="1">
                <a:solidFill>
                  <a:srgbClr val="153A5B"/>
                </a:solidFill>
                <a:latin typeface="Arial"/>
                <a:ea typeface="Arial"/>
                <a:cs typeface="Arial"/>
              </a:defRPr>
            </a:lvl5pPr>
            <a:lvl6pPr algn="l">
              <a:buNone/>
              <a:defRPr sz="1350" b="1">
                <a:solidFill>
                  <a:srgbClr val="153A5B"/>
                </a:solidFill>
                <a:latin typeface="Arial"/>
                <a:ea typeface="Arial"/>
                <a:cs typeface="Arial"/>
              </a:defRPr>
            </a:lvl6pPr>
            <a:lvl7pPr algn="l">
              <a:buNone/>
              <a:defRPr sz="1350" b="1">
                <a:solidFill>
                  <a:srgbClr val="153A5B"/>
                </a:solidFill>
                <a:latin typeface="Arial"/>
                <a:ea typeface="Arial"/>
                <a:cs typeface="Arial"/>
              </a:defRPr>
            </a:lvl7pPr>
            <a:lvl8pPr algn="l">
              <a:buNone/>
              <a:defRPr sz="1350" b="1">
                <a:solidFill>
                  <a:srgbClr val="153A5B"/>
                </a:solidFill>
                <a:latin typeface="Arial"/>
                <a:ea typeface="Arial"/>
                <a:cs typeface="Arial"/>
              </a:defRPr>
            </a:lvl8pPr>
            <a:lvl9pPr algn="l">
              <a:buNone/>
              <a:defRPr sz="1350" b="1">
                <a:solidFill>
                  <a:srgbClr val="153A5B"/>
                </a:solidFill>
                <a:latin typeface="Arial"/>
                <a:ea typeface="Arial"/>
                <a:cs typeface="Arial"/>
              </a:defRPr>
            </a:lvl9pPr>
          </a:lstStyle>
          <a:p xmlns:a="http://schemas.openxmlformats.org/drawingml/2006/main">
            <a:pPr algn="l">
              <a:lnSpc>
                <a:spcPct val="105000"/>
              </a:lnSpc>
              <a:buNone/>
              <a:defRPr sz="1350" b="1">
                <a:solidFill>
                  <a:srgbClr val="153A5B"/>
                </a:solidFill>
                <a:latin typeface="Arial"/>
                <a:ea typeface="Arial"/>
                <a:cs typeface="Arial"/>
              </a:defRPr>
            </a:pPr>
            <a:r>
              <a:rPr sz="1350" b="1">
                <a:solidFill>
                  <a:srgbClr val="153A5B"/>
                </a:solidFill>
                <a:latin typeface="Times New Roman"/>
                <a:ea typeface="Times New Roman"/>
                <a:cs typeface="Times New Roman"/>
              </a:rPr>
              <a:t>Other warning signs</a:t>
            </a:r>
          </a:p>
        </p:txBody>
      </p:sp>
      <p:sp>
        <p:nvSpPr>
          <p:cNvPr id="12" name="矩形 11">
            <a:extLst xmlns:a="http://schemas.openxmlformats.org/drawingml/2006/main">
              <a:ext uri="{FF2B5EF4-FFF2-40B4-BE49-F238E27FC236}">
                <a16:creationId xmlns:a16="http://schemas.microsoft.com/office/drawing/2014/main" id="{F2372DEB-161B-4D92-8D4B-DEC17EE68201}"/>
              </a:ext>
            </a:extLst>
          </p:cNvPr>
          <p:cNvSpPr>
            <a:spLocks xmlns:a="http://schemas.openxmlformats.org/drawingml/2006/main" noGrp="1"/>
          </p:cNvSpPr>
          <p:nvPr/>
        </p:nvSpPr>
        <p:spPr>
          <a:xfrm xmlns:a="http://schemas.openxmlformats.org/drawingml/2006/main">
            <a:off x="590550" y="3848100"/>
            <a:ext cx="3000375" cy="19050"/>
          </a:xfrm>
          <a:prstGeom xmlns:a="http://schemas.openxmlformats.org/drawingml/2006/main" prst="rect">
            <a:avLst/>
          </a:prstGeom>
          <a:solidFill xmlns:a="http://schemas.openxmlformats.org/drawingml/2006/main">
            <a:srgbClr val="2878A5"/>
          </a:solidFill>
          <a:ln xmlns:a="http://schemas.openxmlformats.org/drawingml/2006/main" w="0">
            <a:noFill/>
            <a:prstDash val="solid"/>
          </a:ln>
        </p:spPr>
      </p:sp>
      <p:sp>
        <p:nvSpPr>
          <p:cNvPr id="13" name="矩形 12">
            <a:extLst xmlns:a="http://schemas.openxmlformats.org/drawingml/2006/main">
              <a:ext uri="{FF2B5EF4-FFF2-40B4-BE49-F238E27FC236}">
                <a16:creationId xmlns:a16="http://schemas.microsoft.com/office/drawing/2014/main" id="{6C895D74-FF1B-4286-B869-410CD7FD8162}"/>
              </a:ext>
            </a:extLst>
          </p:cNvPr>
          <p:cNvSpPr>
            <a:spLocks xmlns:a="http://schemas.openxmlformats.org/drawingml/2006/main" noGrp="1"/>
          </p:cNvSpPr>
          <p:nvPr/>
        </p:nvSpPr>
        <p:spPr>
          <a:xfrm xmlns:a="http://schemas.openxmlformats.org/drawingml/2006/main">
            <a:off x="590550" y="4029075"/>
            <a:ext cx="30003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24282C"/>
                </a:solidFill>
                <a:latin typeface="Arial"/>
                <a:ea typeface="Arial"/>
                <a:cs typeface="Arial"/>
              </a:defRPr>
            </a:defPPr>
            <a:lvl1pPr algn="l">
              <a:buNone/>
              <a:defRPr sz="1200" b="0">
                <a:solidFill>
                  <a:srgbClr val="24282C"/>
                </a:solidFill>
                <a:latin typeface="Arial"/>
                <a:ea typeface="Arial"/>
                <a:cs typeface="Arial"/>
              </a:defRPr>
            </a:lvl1pPr>
            <a:lvl2pPr algn="l">
              <a:buNone/>
              <a:defRPr sz="1200" b="0">
                <a:solidFill>
                  <a:srgbClr val="24282C"/>
                </a:solidFill>
                <a:latin typeface="Arial"/>
                <a:ea typeface="Arial"/>
                <a:cs typeface="Arial"/>
              </a:defRPr>
            </a:lvl2pPr>
            <a:lvl3pPr algn="l">
              <a:buNone/>
              <a:defRPr sz="1200" b="0">
                <a:solidFill>
                  <a:srgbClr val="24282C"/>
                </a:solidFill>
                <a:latin typeface="Arial"/>
                <a:ea typeface="Arial"/>
                <a:cs typeface="Arial"/>
              </a:defRPr>
            </a:lvl3pPr>
            <a:lvl4pPr algn="l">
              <a:buNone/>
              <a:defRPr sz="1200" b="0">
                <a:solidFill>
                  <a:srgbClr val="24282C"/>
                </a:solidFill>
                <a:latin typeface="Arial"/>
                <a:ea typeface="Arial"/>
                <a:cs typeface="Arial"/>
              </a:defRPr>
            </a:lvl4pPr>
            <a:lvl5pPr algn="l">
              <a:buNone/>
              <a:defRPr sz="1200" b="0">
                <a:solidFill>
                  <a:srgbClr val="24282C"/>
                </a:solidFill>
                <a:latin typeface="Arial"/>
                <a:ea typeface="Arial"/>
                <a:cs typeface="Arial"/>
              </a:defRPr>
            </a:lvl5pPr>
            <a:lvl6pPr algn="l">
              <a:buNone/>
              <a:defRPr sz="1200" b="0">
                <a:solidFill>
                  <a:srgbClr val="24282C"/>
                </a:solidFill>
                <a:latin typeface="Arial"/>
                <a:ea typeface="Arial"/>
                <a:cs typeface="Arial"/>
              </a:defRPr>
            </a:lvl6pPr>
            <a:lvl7pPr algn="l">
              <a:buNone/>
              <a:defRPr sz="1200" b="0">
                <a:solidFill>
                  <a:srgbClr val="24282C"/>
                </a:solidFill>
                <a:latin typeface="Arial"/>
                <a:ea typeface="Arial"/>
                <a:cs typeface="Arial"/>
              </a:defRPr>
            </a:lvl7pPr>
            <a:lvl8pPr algn="l">
              <a:buNone/>
              <a:defRPr sz="1200" b="0">
                <a:solidFill>
                  <a:srgbClr val="24282C"/>
                </a:solidFill>
                <a:latin typeface="Arial"/>
                <a:ea typeface="Arial"/>
                <a:cs typeface="Arial"/>
              </a:defRPr>
            </a:lvl8pPr>
            <a:lvl9pPr algn="l">
              <a:buNone/>
              <a:defRPr sz="1200" b="0">
                <a:solidFill>
                  <a:srgbClr val="24282C"/>
                </a:solidFill>
                <a:latin typeface="Arial"/>
                <a:ea typeface="Arial"/>
                <a:cs typeface="Arial"/>
              </a:defRPr>
            </a:lvl9pPr>
          </a:lstStyle>
          <a:p xmlns:a="http://schemas.openxmlformats.org/drawingml/2006/main">
            <a:pPr algn="l">
              <a:lnSpc>
                <a:spcPct val="114000"/>
              </a:lnSpc>
              <a:buNone/>
              <a:defRPr sz="1200" b="0">
                <a:solidFill>
                  <a:srgbClr val="24282C"/>
                </a:solidFill>
                <a:latin typeface="Arial"/>
                <a:ea typeface="Arial"/>
                <a:cs typeface="Arial"/>
              </a:defRPr>
            </a:pPr>
            <a:r>
              <a:rPr sz="1200" b="0">
                <a:solidFill>
                  <a:srgbClr val="24282C"/>
                </a:solidFill>
                <a:latin typeface="Times New Roman"/>
                <a:ea typeface="Times New Roman"/>
                <a:cs typeface="Times New Roman"/>
              </a:rPr>
              <a:t>Painful nodes or breathing problems</a:t>
            </a:r>
          </a:p>
        </p:txBody>
      </p:sp>
      <p:sp>
        <p:nvSpPr>
          <p:cNvPr id="14" name="矩形 13">
            <a:extLst xmlns:a="http://schemas.openxmlformats.org/drawingml/2006/main">
              <a:ext uri="{FF2B5EF4-FFF2-40B4-BE49-F238E27FC236}">
                <a16:creationId xmlns:a16="http://schemas.microsoft.com/office/drawing/2014/main" id="{3188C44B-53F1-464F-A703-7321B70E0ED8}"/>
              </a:ext>
            </a:extLst>
          </p:cNvPr>
          <p:cNvSpPr>
            <a:spLocks xmlns:a="http://schemas.openxmlformats.org/drawingml/2006/main" noGrp="1"/>
          </p:cNvSpPr>
          <p:nvPr/>
        </p:nvSpPr>
        <p:spPr>
          <a:xfrm xmlns:a="http://schemas.openxmlformats.org/drawingml/2006/main">
            <a:off x="4019550" y="3476625"/>
            <a:ext cx="3000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153A5B"/>
                </a:solidFill>
                <a:latin typeface="Arial"/>
                <a:ea typeface="Arial"/>
                <a:cs typeface="Arial"/>
              </a:defRPr>
            </a:defPPr>
            <a:lvl1pPr algn="l">
              <a:buNone/>
              <a:defRPr sz="1350" b="1">
                <a:solidFill>
                  <a:srgbClr val="153A5B"/>
                </a:solidFill>
                <a:latin typeface="Arial"/>
                <a:ea typeface="Arial"/>
                <a:cs typeface="Arial"/>
              </a:defRPr>
            </a:lvl1pPr>
            <a:lvl2pPr algn="l">
              <a:buNone/>
              <a:defRPr sz="1350" b="1">
                <a:solidFill>
                  <a:srgbClr val="153A5B"/>
                </a:solidFill>
                <a:latin typeface="Arial"/>
                <a:ea typeface="Arial"/>
                <a:cs typeface="Arial"/>
              </a:defRPr>
            </a:lvl2pPr>
            <a:lvl3pPr algn="l">
              <a:buNone/>
              <a:defRPr sz="1350" b="1">
                <a:solidFill>
                  <a:srgbClr val="153A5B"/>
                </a:solidFill>
                <a:latin typeface="Arial"/>
                <a:ea typeface="Arial"/>
                <a:cs typeface="Arial"/>
              </a:defRPr>
            </a:lvl3pPr>
            <a:lvl4pPr algn="l">
              <a:buNone/>
              <a:defRPr sz="1350" b="1">
                <a:solidFill>
                  <a:srgbClr val="153A5B"/>
                </a:solidFill>
                <a:latin typeface="Arial"/>
                <a:ea typeface="Arial"/>
                <a:cs typeface="Arial"/>
              </a:defRPr>
            </a:lvl4pPr>
            <a:lvl5pPr algn="l">
              <a:buNone/>
              <a:defRPr sz="1350" b="1">
                <a:solidFill>
                  <a:srgbClr val="153A5B"/>
                </a:solidFill>
                <a:latin typeface="Arial"/>
                <a:ea typeface="Arial"/>
                <a:cs typeface="Arial"/>
              </a:defRPr>
            </a:lvl5pPr>
            <a:lvl6pPr algn="l">
              <a:buNone/>
              <a:defRPr sz="1350" b="1">
                <a:solidFill>
                  <a:srgbClr val="153A5B"/>
                </a:solidFill>
                <a:latin typeface="Arial"/>
                <a:ea typeface="Arial"/>
                <a:cs typeface="Arial"/>
              </a:defRPr>
            </a:lvl6pPr>
            <a:lvl7pPr algn="l">
              <a:buNone/>
              <a:defRPr sz="1350" b="1">
                <a:solidFill>
                  <a:srgbClr val="153A5B"/>
                </a:solidFill>
                <a:latin typeface="Arial"/>
                <a:ea typeface="Arial"/>
                <a:cs typeface="Arial"/>
              </a:defRPr>
            </a:lvl7pPr>
            <a:lvl8pPr algn="l">
              <a:buNone/>
              <a:defRPr sz="1350" b="1">
                <a:solidFill>
                  <a:srgbClr val="153A5B"/>
                </a:solidFill>
                <a:latin typeface="Arial"/>
                <a:ea typeface="Arial"/>
                <a:cs typeface="Arial"/>
              </a:defRPr>
            </a:lvl8pPr>
            <a:lvl9pPr algn="l">
              <a:buNone/>
              <a:defRPr sz="1350" b="1">
                <a:solidFill>
                  <a:srgbClr val="153A5B"/>
                </a:solidFill>
                <a:latin typeface="Arial"/>
                <a:ea typeface="Arial"/>
                <a:cs typeface="Arial"/>
              </a:defRPr>
            </a:lvl9pPr>
          </a:lstStyle>
          <a:p xmlns:a="http://schemas.openxmlformats.org/drawingml/2006/main">
            <a:pPr algn="l">
              <a:lnSpc>
                <a:spcPct val="105000"/>
              </a:lnSpc>
              <a:buNone/>
              <a:defRPr sz="1350" b="1">
                <a:solidFill>
                  <a:srgbClr val="153A5B"/>
                </a:solidFill>
                <a:latin typeface="Arial"/>
                <a:ea typeface="Arial"/>
                <a:cs typeface="Arial"/>
              </a:defRPr>
            </a:pPr>
            <a:r>
              <a:rPr sz="1350" b="1">
                <a:solidFill>
                  <a:srgbClr val="153A5B"/>
                </a:solidFill>
                <a:latin typeface="Times New Roman"/>
                <a:ea typeface="Times New Roman"/>
                <a:cs typeface="Times New Roman"/>
              </a:rPr>
              <a:t>Tell the doctor</a:t>
            </a:r>
          </a:p>
        </p:txBody>
      </p:sp>
      <p:sp>
        <p:nvSpPr>
          <p:cNvPr id="15" name="矩形 14">
            <a:extLst xmlns:a="http://schemas.openxmlformats.org/drawingml/2006/main">
              <a:ext uri="{FF2B5EF4-FFF2-40B4-BE49-F238E27FC236}">
                <a16:creationId xmlns:a16="http://schemas.microsoft.com/office/drawing/2014/main" id="{5EC2BB81-FB06-41E9-A257-1D261440460B}"/>
              </a:ext>
            </a:extLst>
          </p:cNvPr>
          <p:cNvSpPr>
            <a:spLocks xmlns:a="http://schemas.openxmlformats.org/drawingml/2006/main" noGrp="1"/>
          </p:cNvSpPr>
          <p:nvPr/>
        </p:nvSpPr>
        <p:spPr>
          <a:xfrm xmlns:a="http://schemas.openxmlformats.org/drawingml/2006/main">
            <a:off x="4019550" y="3848100"/>
            <a:ext cx="3000375" cy="19050"/>
          </a:xfrm>
          <a:prstGeom xmlns:a="http://schemas.openxmlformats.org/drawingml/2006/main" prst="rect">
            <a:avLst/>
          </a:prstGeom>
          <a:solidFill xmlns:a="http://schemas.openxmlformats.org/drawingml/2006/main">
            <a:srgbClr val="2878A5"/>
          </a:solidFill>
          <a:ln xmlns:a="http://schemas.openxmlformats.org/drawingml/2006/main" w="0">
            <a:noFill/>
            <a:prstDash val="solid"/>
          </a:ln>
        </p:spPr>
      </p:sp>
      <p:sp>
        <p:nvSpPr>
          <p:cNvPr id="16" name="矩形 15">
            <a:extLst xmlns:a="http://schemas.openxmlformats.org/drawingml/2006/main">
              <a:ext uri="{FF2B5EF4-FFF2-40B4-BE49-F238E27FC236}">
                <a16:creationId xmlns:a16="http://schemas.microsoft.com/office/drawing/2014/main" id="{877548DA-4085-455F-97E2-544594509013}"/>
              </a:ext>
            </a:extLst>
          </p:cNvPr>
          <p:cNvSpPr>
            <a:spLocks xmlns:a="http://schemas.openxmlformats.org/drawingml/2006/main" noGrp="1"/>
          </p:cNvSpPr>
          <p:nvPr/>
        </p:nvSpPr>
        <p:spPr>
          <a:xfrm xmlns:a="http://schemas.openxmlformats.org/drawingml/2006/main">
            <a:off x="4019550" y="4029075"/>
            <a:ext cx="30003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24282C"/>
                </a:solidFill>
                <a:latin typeface="Arial"/>
                <a:ea typeface="Arial"/>
                <a:cs typeface="Arial"/>
              </a:defRPr>
            </a:defPPr>
            <a:lvl1pPr algn="l">
              <a:buNone/>
              <a:defRPr sz="1200" b="0">
                <a:solidFill>
                  <a:srgbClr val="24282C"/>
                </a:solidFill>
                <a:latin typeface="Arial"/>
                <a:ea typeface="Arial"/>
                <a:cs typeface="Arial"/>
              </a:defRPr>
            </a:lvl1pPr>
            <a:lvl2pPr algn="l">
              <a:buNone/>
              <a:defRPr sz="1200" b="0">
                <a:solidFill>
                  <a:srgbClr val="24282C"/>
                </a:solidFill>
                <a:latin typeface="Arial"/>
                <a:ea typeface="Arial"/>
                <a:cs typeface="Arial"/>
              </a:defRPr>
            </a:lvl2pPr>
            <a:lvl3pPr algn="l">
              <a:buNone/>
              <a:defRPr sz="1200" b="0">
                <a:solidFill>
                  <a:srgbClr val="24282C"/>
                </a:solidFill>
                <a:latin typeface="Arial"/>
                <a:ea typeface="Arial"/>
                <a:cs typeface="Arial"/>
              </a:defRPr>
            </a:lvl3pPr>
            <a:lvl4pPr algn="l">
              <a:buNone/>
              <a:defRPr sz="1200" b="0">
                <a:solidFill>
                  <a:srgbClr val="24282C"/>
                </a:solidFill>
                <a:latin typeface="Arial"/>
                <a:ea typeface="Arial"/>
                <a:cs typeface="Arial"/>
              </a:defRPr>
            </a:lvl4pPr>
            <a:lvl5pPr algn="l">
              <a:buNone/>
              <a:defRPr sz="1200" b="0">
                <a:solidFill>
                  <a:srgbClr val="24282C"/>
                </a:solidFill>
                <a:latin typeface="Arial"/>
                <a:ea typeface="Arial"/>
                <a:cs typeface="Arial"/>
              </a:defRPr>
            </a:lvl5pPr>
            <a:lvl6pPr algn="l">
              <a:buNone/>
              <a:defRPr sz="1200" b="0">
                <a:solidFill>
                  <a:srgbClr val="24282C"/>
                </a:solidFill>
                <a:latin typeface="Arial"/>
                <a:ea typeface="Arial"/>
                <a:cs typeface="Arial"/>
              </a:defRPr>
            </a:lvl6pPr>
            <a:lvl7pPr algn="l">
              <a:buNone/>
              <a:defRPr sz="1200" b="0">
                <a:solidFill>
                  <a:srgbClr val="24282C"/>
                </a:solidFill>
                <a:latin typeface="Arial"/>
                <a:ea typeface="Arial"/>
                <a:cs typeface="Arial"/>
              </a:defRPr>
            </a:lvl7pPr>
            <a:lvl8pPr algn="l">
              <a:buNone/>
              <a:defRPr sz="1200" b="0">
                <a:solidFill>
                  <a:srgbClr val="24282C"/>
                </a:solidFill>
                <a:latin typeface="Arial"/>
                <a:ea typeface="Arial"/>
                <a:cs typeface="Arial"/>
              </a:defRPr>
            </a:lvl8pPr>
            <a:lvl9pPr algn="l">
              <a:buNone/>
              <a:defRPr sz="1200" b="0">
                <a:solidFill>
                  <a:srgbClr val="24282C"/>
                </a:solidFill>
                <a:latin typeface="Arial"/>
                <a:ea typeface="Arial"/>
                <a:cs typeface="Arial"/>
              </a:defRPr>
            </a:lvl9pPr>
          </a:lstStyle>
          <a:p xmlns:a="http://schemas.openxmlformats.org/drawingml/2006/main">
            <a:pPr algn="l">
              <a:lnSpc>
                <a:spcPct val="114000"/>
              </a:lnSpc>
              <a:buNone/>
              <a:defRPr sz="1200" b="0">
                <a:solidFill>
                  <a:srgbClr val="24282C"/>
                </a:solidFill>
                <a:latin typeface="Arial"/>
                <a:ea typeface="Arial"/>
                <a:cs typeface="Arial"/>
              </a:defRPr>
            </a:pPr>
            <a:r>
              <a:rPr sz="1200" b="0">
                <a:solidFill>
                  <a:srgbClr val="24282C"/>
                </a:solidFill>
                <a:latin typeface="Times New Roman"/>
                <a:ea typeface="Times New Roman"/>
                <a:cs typeface="Times New Roman"/>
              </a:rPr>
              <a:t>Mention flea bites and animal contact</a:t>
            </a:r>
          </a:p>
        </p:txBody>
      </p:sp>
      <p:sp>
        <p:nvSpPr>
          <p:cNvPr id="17" name="矩形 16">
            <a:extLst xmlns:a="http://schemas.openxmlformats.org/drawingml/2006/main">
              <a:ext uri="{FF2B5EF4-FFF2-40B4-BE49-F238E27FC236}">
                <a16:creationId xmlns:a16="http://schemas.microsoft.com/office/drawing/2014/main" id="{1ED62905-1C31-4D36-8212-5F5BE8E719DE}"/>
              </a:ext>
            </a:extLst>
          </p:cNvPr>
          <p:cNvSpPr>
            <a:spLocks xmlns:a="http://schemas.openxmlformats.org/drawingml/2006/main" noGrp="1"/>
          </p:cNvSpPr>
          <p:nvPr/>
        </p:nvSpPr>
        <p:spPr>
          <a:xfrm xmlns:a="http://schemas.openxmlformats.org/drawingml/2006/main">
            <a:off x="7810500" y="1409700"/>
            <a:ext cx="3790950" cy="4095750"/>
          </a:xfrm>
          <a:prstGeom xmlns:a="http://schemas.openxmlformats.org/drawingml/2006/main" prst="rect">
            <a:avLst/>
          </a:prstGeom>
          <a:solidFill xmlns:a="http://schemas.openxmlformats.org/drawingml/2006/main">
            <a:srgbClr val="E7F0F5"/>
          </a:solidFill>
          <a:ln xmlns:a="http://schemas.openxmlformats.org/drawingml/2006/main" w="0">
            <a:noFill/>
            <a:prstDash val="solid"/>
          </a:ln>
        </p:spPr>
      </p:sp>
      <p:sp>
        <p:nvSpPr>
          <p:cNvPr id="18" name="矩形 17">
            <a:extLst xmlns:a="http://schemas.openxmlformats.org/drawingml/2006/main">
              <a:ext uri="{FF2B5EF4-FFF2-40B4-BE49-F238E27FC236}">
                <a16:creationId xmlns:a16="http://schemas.microsoft.com/office/drawing/2014/main" id="{D177A745-09CE-47DF-A230-47E4A8C55C31}"/>
              </a:ext>
            </a:extLst>
          </p:cNvPr>
          <p:cNvSpPr>
            <a:spLocks xmlns:a="http://schemas.openxmlformats.org/drawingml/2006/main" noGrp="1"/>
          </p:cNvSpPr>
          <p:nvPr/>
        </p:nvSpPr>
        <p:spPr>
          <a:xfrm xmlns:a="http://schemas.openxmlformats.org/drawingml/2006/main">
            <a:off x="8096250" y="1752600"/>
            <a:ext cx="200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2878A5"/>
                </a:solidFill>
                <a:latin typeface="Arial"/>
                <a:ea typeface="Arial"/>
                <a:cs typeface="Arial"/>
              </a:defRPr>
            </a:defPPr>
            <a:lvl1pPr algn="l">
              <a:buNone/>
              <a:defRPr sz="1125" b="1">
                <a:solidFill>
                  <a:srgbClr val="2878A5"/>
                </a:solidFill>
                <a:latin typeface="Arial"/>
                <a:ea typeface="Arial"/>
                <a:cs typeface="Arial"/>
              </a:defRPr>
            </a:lvl1pPr>
            <a:lvl2pPr algn="l">
              <a:buNone/>
              <a:defRPr sz="1125" b="1">
                <a:solidFill>
                  <a:srgbClr val="2878A5"/>
                </a:solidFill>
                <a:latin typeface="Arial"/>
                <a:ea typeface="Arial"/>
                <a:cs typeface="Arial"/>
              </a:defRPr>
            </a:lvl2pPr>
            <a:lvl3pPr algn="l">
              <a:buNone/>
              <a:defRPr sz="1125" b="1">
                <a:solidFill>
                  <a:srgbClr val="2878A5"/>
                </a:solidFill>
                <a:latin typeface="Arial"/>
                <a:ea typeface="Arial"/>
                <a:cs typeface="Arial"/>
              </a:defRPr>
            </a:lvl3pPr>
            <a:lvl4pPr algn="l">
              <a:buNone/>
              <a:defRPr sz="1125" b="1">
                <a:solidFill>
                  <a:srgbClr val="2878A5"/>
                </a:solidFill>
                <a:latin typeface="Arial"/>
                <a:ea typeface="Arial"/>
                <a:cs typeface="Arial"/>
              </a:defRPr>
            </a:lvl4pPr>
            <a:lvl5pPr algn="l">
              <a:buNone/>
              <a:defRPr sz="1125" b="1">
                <a:solidFill>
                  <a:srgbClr val="2878A5"/>
                </a:solidFill>
                <a:latin typeface="Arial"/>
                <a:ea typeface="Arial"/>
                <a:cs typeface="Arial"/>
              </a:defRPr>
            </a:lvl5pPr>
            <a:lvl6pPr algn="l">
              <a:buNone/>
              <a:defRPr sz="1125" b="1">
                <a:solidFill>
                  <a:srgbClr val="2878A5"/>
                </a:solidFill>
                <a:latin typeface="Arial"/>
                <a:ea typeface="Arial"/>
                <a:cs typeface="Arial"/>
              </a:defRPr>
            </a:lvl6pPr>
            <a:lvl7pPr algn="l">
              <a:buNone/>
              <a:defRPr sz="1125" b="1">
                <a:solidFill>
                  <a:srgbClr val="2878A5"/>
                </a:solidFill>
                <a:latin typeface="Arial"/>
                <a:ea typeface="Arial"/>
                <a:cs typeface="Arial"/>
              </a:defRPr>
            </a:lvl7pPr>
            <a:lvl8pPr algn="l">
              <a:buNone/>
              <a:defRPr sz="1125" b="1">
                <a:solidFill>
                  <a:srgbClr val="2878A5"/>
                </a:solidFill>
                <a:latin typeface="Arial"/>
                <a:ea typeface="Arial"/>
                <a:cs typeface="Arial"/>
              </a:defRPr>
            </a:lvl8pPr>
            <a:lvl9pPr algn="l">
              <a:buNone/>
              <a:defRPr sz="1125" b="1">
                <a:solidFill>
                  <a:srgbClr val="2878A5"/>
                </a:solidFill>
                <a:latin typeface="Arial"/>
                <a:ea typeface="Arial"/>
                <a:cs typeface="Arial"/>
              </a:defRPr>
            </a:lvl9pPr>
          </a:lstStyle>
          <a:p xmlns:a="http://schemas.openxmlformats.org/drawingml/2006/main">
            <a:pPr algn="l">
              <a:lnSpc>
                <a:spcPct val="105000"/>
              </a:lnSpc>
              <a:buNone/>
              <a:defRPr sz="1125" b="1">
                <a:solidFill>
                  <a:srgbClr val="2878A5"/>
                </a:solidFill>
                <a:latin typeface="Arial"/>
                <a:ea typeface="Arial"/>
                <a:cs typeface="Arial"/>
              </a:defRPr>
            </a:pPr>
            <a:r>
              <a:rPr sz="1125" b="1">
                <a:solidFill>
                  <a:srgbClr val="2878A5"/>
                </a:solidFill>
                <a:latin typeface="Times New Roman"/>
                <a:ea typeface="Times New Roman"/>
                <a:cs typeface="Times New Roman"/>
              </a:rPr>
              <a:t>TREATMENT</a:t>
            </a:r>
          </a:p>
        </p:txBody>
      </p:sp>
      <p:sp>
        <p:nvSpPr>
          <p:cNvPr id="19" name="矩形 18">
            <a:extLst xmlns:a="http://schemas.openxmlformats.org/drawingml/2006/main">
              <a:ext uri="{FF2B5EF4-FFF2-40B4-BE49-F238E27FC236}">
                <a16:creationId xmlns:a16="http://schemas.microsoft.com/office/drawing/2014/main" id="{255F9121-B1C5-424A-A515-BA398B558966}"/>
              </a:ext>
            </a:extLst>
          </p:cNvPr>
          <p:cNvSpPr>
            <a:spLocks xmlns:a="http://schemas.openxmlformats.org/drawingml/2006/main" noGrp="1"/>
          </p:cNvSpPr>
          <p:nvPr/>
        </p:nvSpPr>
        <p:spPr>
          <a:xfrm xmlns:a="http://schemas.openxmlformats.org/drawingml/2006/main">
            <a:off x="8096250" y="2152650"/>
            <a:ext cx="2952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153A5B"/>
                </a:solidFill>
                <a:latin typeface="Arial"/>
                <a:ea typeface="Arial"/>
                <a:cs typeface="Arial"/>
              </a:defRPr>
            </a:defPPr>
            <a:lvl1pPr algn="l">
              <a:buNone/>
              <a:defRPr sz="2925" b="1">
                <a:solidFill>
                  <a:srgbClr val="153A5B"/>
                </a:solidFill>
                <a:latin typeface="Arial"/>
                <a:ea typeface="Arial"/>
                <a:cs typeface="Arial"/>
              </a:defRPr>
            </a:lvl1pPr>
            <a:lvl2pPr algn="l">
              <a:buNone/>
              <a:defRPr sz="2925" b="1">
                <a:solidFill>
                  <a:srgbClr val="153A5B"/>
                </a:solidFill>
                <a:latin typeface="Arial"/>
                <a:ea typeface="Arial"/>
                <a:cs typeface="Arial"/>
              </a:defRPr>
            </a:lvl2pPr>
            <a:lvl3pPr algn="l">
              <a:buNone/>
              <a:defRPr sz="2925" b="1">
                <a:solidFill>
                  <a:srgbClr val="153A5B"/>
                </a:solidFill>
                <a:latin typeface="Arial"/>
                <a:ea typeface="Arial"/>
                <a:cs typeface="Arial"/>
              </a:defRPr>
            </a:lvl3pPr>
            <a:lvl4pPr algn="l">
              <a:buNone/>
              <a:defRPr sz="2925" b="1">
                <a:solidFill>
                  <a:srgbClr val="153A5B"/>
                </a:solidFill>
                <a:latin typeface="Arial"/>
                <a:ea typeface="Arial"/>
                <a:cs typeface="Arial"/>
              </a:defRPr>
            </a:lvl4pPr>
            <a:lvl5pPr algn="l">
              <a:buNone/>
              <a:defRPr sz="2925" b="1">
                <a:solidFill>
                  <a:srgbClr val="153A5B"/>
                </a:solidFill>
                <a:latin typeface="Arial"/>
                <a:ea typeface="Arial"/>
                <a:cs typeface="Arial"/>
              </a:defRPr>
            </a:lvl5pPr>
            <a:lvl6pPr algn="l">
              <a:buNone/>
              <a:defRPr sz="2925" b="1">
                <a:solidFill>
                  <a:srgbClr val="153A5B"/>
                </a:solidFill>
                <a:latin typeface="Arial"/>
                <a:ea typeface="Arial"/>
                <a:cs typeface="Arial"/>
              </a:defRPr>
            </a:lvl6pPr>
            <a:lvl7pPr algn="l">
              <a:buNone/>
              <a:defRPr sz="2925" b="1">
                <a:solidFill>
                  <a:srgbClr val="153A5B"/>
                </a:solidFill>
                <a:latin typeface="Arial"/>
                <a:ea typeface="Arial"/>
                <a:cs typeface="Arial"/>
              </a:defRPr>
            </a:lvl7pPr>
            <a:lvl8pPr algn="l">
              <a:buNone/>
              <a:defRPr sz="2925" b="1">
                <a:solidFill>
                  <a:srgbClr val="153A5B"/>
                </a:solidFill>
                <a:latin typeface="Arial"/>
                <a:ea typeface="Arial"/>
                <a:cs typeface="Arial"/>
              </a:defRPr>
            </a:lvl8pPr>
            <a:lvl9pPr algn="l">
              <a:buNone/>
              <a:defRPr sz="2925" b="1">
                <a:solidFill>
                  <a:srgbClr val="153A5B"/>
                </a:solidFill>
                <a:latin typeface="Arial"/>
                <a:ea typeface="Arial"/>
                <a:cs typeface="Arial"/>
              </a:defRPr>
            </a:lvl9pPr>
          </a:lstStyle>
          <a:p xmlns:a="http://schemas.openxmlformats.org/drawingml/2006/main">
            <a:pPr algn="l">
              <a:lnSpc>
                <a:spcPct val="105000"/>
              </a:lnSpc>
              <a:buNone/>
              <a:defRPr sz="2925" b="1">
                <a:solidFill>
                  <a:srgbClr val="153A5B"/>
                </a:solidFill>
                <a:latin typeface="Arial"/>
                <a:ea typeface="Arial"/>
                <a:cs typeface="Arial"/>
              </a:defRPr>
            </a:pPr>
            <a:r>
              <a:rPr sz="2925" b="1">
                <a:solidFill>
                  <a:srgbClr val="153A5B"/>
                </a:solidFill>
                <a:latin typeface="Times New Roman"/>
                <a:ea typeface="Times New Roman"/>
                <a:cs typeface="Times New Roman"/>
              </a:rPr>
              <a:t>Antibiotics</a:t>
            </a:r>
          </a:p>
        </p:txBody>
      </p:sp>
      <p:sp>
        <p:nvSpPr>
          <p:cNvPr id="20" name="矩形 19">
            <a:extLst xmlns:a="http://schemas.openxmlformats.org/drawingml/2006/main">
              <a:ext uri="{FF2B5EF4-FFF2-40B4-BE49-F238E27FC236}">
                <a16:creationId xmlns:a16="http://schemas.microsoft.com/office/drawing/2014/main" id="{352EF30F-2689-4C6A-B8AD-83EBBD96A23E}"/>
              </a:ext>
            </a:extLst>
          </p:cNvPr>
          <p:cNvSpPr>
            <a:spLocks xmlns:a="http://schemas.openxmlformats.org/drawingml/2006/main" noGrp="1"/>
          </p:cNvSpPr>
          <p:nvPr/>
        </p:nvSpPr>
        <p:spPr>
          <a:xfrm xmlns:a="http://schemas.openxmlformats.org/drawingml/2006/main">
            <a:off x="8096250" y="2819400"/>
            <a:ext cx="30003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24282C"/>
                </a:solidFill>
                <a:latin typeface="Arial"/>
                <a:ea typeface="Arial"/>
                <a:cs typeface="Arial"/>
              </a:defRPr>
            </a:defPPr>
            <a:lvl1pPr algn="l">
              <a:buNone/>
              <a:defRPr sz="1275" b="0">
                <a:solidFill>
                  <a:srgbClr val="24282C"/>
                </a:solidFill>
                <a:latin typeface="Arial"/>
                <a:ea typeface="Arial"/>
                <a:cs typeface="Arial"/>
              </a:defRPr>
            </a:lvl1pPr>
            <a:lvl2pPr algn="l">
              <a:buNone/>
              <a:defRPr sz="1275" b="0">
                <a:solidFill>
                  <a:srgbClr val="24282C"/>
                </a:solidFill>
                <a:latin typeface="Arial"/>
                <a:ea typeface="Arial"/>
                <a:cs typeface="Arial"/>
              </a:defRPr>
            </a:lvl2pPr>
            <a:lvl3pPr algn="l">
              <a:buNone/>
              <a:defRPr sz="1275" b="0">
                <a:solidFill>
                  <a:srgbClr val="24282C"/>
                </a:solidFill>
                <a:latin typeface="Arial"/>
                <a:ea typeface="Arial"/>
                <a:cs typeface="Arial"/>
              </a:defRPr>
            </a:lvl3pPr>
            <a:lvl4pPr algn="l">
              <a:buNone/>
              <a:defRPr sz="1275" b="0">
                <a:solidFill>
                  <a:srgbClr val="24282C"/>
                </a:solidFill>
                <a:latin typeface="Arial"/>
                <a:ea typeface="Arial"/>
                <a:cs typeface="Arial"/>
              </a:defRPr>
            </a:lvl4pPr>
            <a:lvl5pPr algn="l">
              <a:buNone/>
              <a:defRPr sz="1275" b="0">
                <a:solidFill>
                  <a:srgbClr val="24282C"/>
                </a:solidFill>
                <a:latin typeface="Arial"/>
                <a:ea typeface="Arial"/>
                <a:cs typeface="Arial"/>
              </a:defRPr>
            </a:lvl5pPr>
            <a:lvl6pPr algn="l">
              <a:buNone/>
              <a:defRPr sz="1275" b="0">
                <a:solidFill>
                  <a:srgbClr val="24282C"/>
                </a:solidFill>
                <a:latin typeface="Arial"/>
                <a:ea typeface="Arial"/>
                <a:cs typeface="Arial"/>
              </a:defRPr>
            </a:lvl6pPr>
            <a:lvl7pPr algn="l">
              <a:buNone/>
              <a:defRPr sz="1275" b="0">
                <a:solidFill>
                  <a:srgbClr val="24282C"/>
                </a:solidFill>
                <a:latin typeface="Arial"/>
                <a:ea typeface="Arial"/>
                <a:cs typeface="Arial"/>
              </a:defRPr>
            </a:lvl7pPr>
            <a:lvl8pPr algn="l">
              <a:buNone/>
              <a:defRPr sz="1275" b="0">
                <a:solidFill>
                  <a:srgbClr val="24282C"/>
                </a:solidFill>
                <a:latin typeface="Arial"/>
                <a:ea typeface="Arial"/>
                <a:cs typeface="Arial"/>
              </a:defRPr>
            </a:lvl8pPr>
            <a:lvl9pPr algn="l">
              <a:buNone/>
              <a:defRPr sz="1275" b="0">
                <a:solidFill>
                  <a:srgbClr val="24282C"/>
                </a:solidFill>
                <a:latin typeface="Arial"/>
                <a:ea typeface="Arial"/>
                <a:cs typeface="Arial"/>
              </a:defRPr>
            </a:lvl9pPr>
          </a:lstStyle>
          <a:p xmlns:a="http://schemas.openxmlformats.org/drawingml/2006/main">
            <a:pPr algn="l">
              <a:lnSpc>
                <a:spcPct val="112000"/>
              </a:lnSpc>
              <a:buNone/>
              <a:defRPr sz="1275" b="0">
                <a:solidFill>
                  <a:srgbClr val="24282C"/>
                </a:solidFill>
                <a:latin typeface="Arial"/>
                <a:ea typeface="Arial"/>
                <a:cs typeface="Arial"/>
              </a:defRPr>
            </a:pPr>
            <a:r>
              <a:rPr sz="1275" b="0">
                <a:solidFill>
                  <a:srgbClr val="24282C"/>
                </a:solidFill>
                <a:latin typeface="Times New Roman"/>
                <a:ea typeface="Times New Roman"/>
                <a:cs typeface="Times New Roman"/>
              </a:rPr>
              <a:t>Early treatment can save lives</a:t>
            </a:r>
          </a:p>
        </p:txBody>
      </p:sp>
      <p:sp>
        <p:nvSpPr>
          <p:cNvPr id="21" name="矩形 20">
            <a:extLst xmlns:a="http://schemas.openxmlformats.org/drawingml/2006/main">
              <a:ext uri="{FF2B5EF4-FFF2-40B4-BE49-F238E27FC236}">
                <a16:creationId xmlns:a16="http://schemas.microsoft.com/office/drawing/2014/main" id="{5362856F-2426-4F4B-AB20-69B8B8B68961}"/>
              </a:ext>
            </a:extLst>
          </p:cNvPr>
          <p:cNvSpPr>
            <a:spLocks xmlns:a="http://schemas.openxmlformats.org/drawingml/2006/main" noGrp="1"/>
          </p:cNvSpPr>
          <p:nvPr/>
        </p:nvSpPr>
        <p:spPr>
          <a:xfrm xmlns:a="http://schemas.openxmlformats.org/drawingml/2006/main">
            <a:off x="8096250" y="3695700"/>
            <a:ext cx="3028950" cy="9525"/>
          </a:xfrm>
          <a:prstGeom xmlns:a="http://schemas.openxmlformats.org/drawingml/2006/main" prst="rect">
            <a:avLst/>
          </a:prstGeom>
          <a:solidFill xmlns:a="http://schemas.openxmlformats.org/drawingml/2006/main">
            <a:srgbClr val="C8D0D5"/>
          </a:solidFill>
          <a:ln xmlns:a="http://schemas.openxmlformats.org/drawingml/2006/main" w="0">
            <a:noFill/>
            <a:prstDash val="solid"/>
          </a:ln>
        </p:spPr>
      </p:sp>
      <p:sp>
        <p:nvSpPr>
          <p:cNvPr id="22" name="矩形 21">
            <a:extLst xmlns:a="http://schemas.openxmlformats.org/drawingml/2006/main">
              <a:ext uri="{FF2B5EF4-FFF2-40B4-BE49-F238E27FC236}">
                <a16:creationId xmlns:a16="http://schemas.microsoft.com/office/drawing/2014/main" id="{8576F2D7-CAF6-44FE-82A6-F1FB5A32ACB3}"/>
              </a:ext>
            </a:extLst>
          </p:cNvPr>
          <p:cNvSpPr>
            <a:spLocks xmlns:a="http://schemas.openxmlformats.org/drawingml/2006/main" noGrp="1"/>
          </p:cNvSpPr>
          <p:nvPr/>
        </p:nvSpPr>
        <p:spPr>
          <a:xfrm xmlns:a="http://schemas.openxmlformats.org/drawingml/2006/main">
            <a:off x="8096250" y="394335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153A5B"/>
                </a:solidFill>
                <a:latin typeface="Arial"/>
                <a:ea typeface="Arial"/>
                <a:cs typeface="Arial"/>
              </a:defRPr>
            </a:defPPr>
            <a:lvl1pPr algn="l">
              <a:buNone/>
              <a:defRPr sz="1200" b="1">
                <a:solidFill>
                  <a:srgbClr val="153A5B"/>
                </a:solidFill>
                <a:latin typeface="Arial"/>
                <a:ea typeface="Arial"/>
                <a:cs typeface="Arial"/>
              </a:defRPr>
            </a:lvl1pPr>
            <a:lvl2pPr algn="l">
              <a:buNone/>
              <a:defRPr sz="1200" b="1">
                <a:solidFill>
                  <a:srgbClr val="153A5B"/>
                </a:solidFill>
                <a:latin typeface="Arial"/>
                <a:ea typeface="Arial"/>
                <a:cs typeface="Arial"/>
              </a:defRPr>
            </a:lvl2pPr>
            <a:lvl3pPr algn="l">
              <a:buNone/>
              <a:defRPr sz="1200" b="1">
                <a:solidFill>
                  <a:srgbClr val="153A5B"/>
                </a:solidFill>
                <a:latin typeface="Arial"/>
                <a:ea typeface="Arial"/>
                <a:cs typeface="Arial"/>
              </a:defRPr>
            </a:lvl3pPr>
            <a:lvl4pPr algn="l">
              <a:buNone/>
              <a:defRPr sz="1200" b="1">
                <a:solidFill>
                  <a:srgbClr val="153A5B"/>
                </a:solidFill>
                <a:latin typeface="Arial"/>
                <a:ea typeface="Arial"/>
                <a:cs typeface="Arial"/>
              </a:defRPr>
            </a:lvl4pPr>
            <a:lvl5pPr algn="l">
              <a:buNone/>
              <a:defRPr sz="1200" b="1">
                <a:solidFill>
                  <a:srgbClr val="153A5B"/>
                </a:solidFill>
                <a:latin typeface="Arial"/>
                <a:ea typeface="Arial"/>
                <a:cs typeface="Arial"/>
              </a:defRPr>
            </a:lvl5pPr>
            <a:lvl6pPr algn="l">
              <a:buNone/>
              <a:defRPr sz="1200" b="1">
                <a:solidFill>
                  <a:srgbClr val="153A5B"/>
                </a:solidFill>
                <a:latin typeface="Arial"/>
                <a:ea typeface="Arial"/>
                <a:cs typeface="Arial"/>
              </a:defRPr>
            </a:lvl6pPr>
            <a:lvl7pPr algn="l">
              <a:buNone/>
              <a:defRPr sz="1200" b="1">
                <a:solidFill>
                  <a:srgbClr val="153A5B"/>
                </a:solidFill>
                <a:latin typeface="Arial"/>
                <a:ea typeface="Arial"/>
                <a:cs typeface="Arial"/>
              </a:defRPr>
            </a:lvl7pPr>
            <a:lvl8pPr algn="l">
              <a:buNone/>
              <a:defRPr sz="1200" b="1">
                <a:solidFill>
                  <a:srgbClr val="153A5B"/>
                </a:solidFill>
                <a:latin typeface="Arial"/>
                <a:ea typeface="Arial"/>
                <a:cs typeface="Arial"/>
              </a:defRPr>
            </a:lvl8pPr>
            <a:lvl9pPr algn="l">
              <a:buNone/>
              <a:defRPr sz="1200" b="1">
                <a:solidFill>
                  <a:srgbClr val="153A5B"/>
                </a:solidFill>
                <a:latin typeface="Arial"/>
                <a:ea typeface="Arial"/>
                <a:cs typeface="Arial"/>
              </a:defRPr>
            </a:lvl9pPr>
          </a:lstStyle>
          <a:p xmlns:a="http://schemas.openxmlformats.org/drawingml/2006/main">
            <a:pPr algn="l">
              <a:lnSpc>
                <a:spcPct val="105000"/>
              </a:lnSpc>
              <a:buNone/>
              <a:defRPr sz="1200" b="1">
                <a:solidFill>
                  <a:srgbClr val="153A5B"/>
                </a:solidFill>
                <a:latin typeface="Arial"/>
                <a:ea typeface="Arial"/>
                <a:cs typeface="Arial"/>
              </a:defRPr>
            </a:pPr>
            <a:r>
              <a:rPr sz="1200" b="1">
                <a:solidFill>
                  <a:srgbClr val="153A5B"/>
                </a:solidFill>
                <a:latin typeface="Times New Roman"/>
                <a:ea typeface="Times New Roman"/>
                <a:cs typeface="Times New Roman"/>
              </a:rPr>
              <a:t>Medical assessment</a:t>
            </a:r>
          </a:p>
        </p:txBody>
      </p:sp>
      <p:sp>
        <p:nvSpPr>
          <p:cNvPr id="23" name="矩形 22">
            <a:extLst xmlns:a="http://schemas.openxmlformats.org/drawingml/2006/main">
              <a:ext uri="{FF2B5EF4-FFF2-40B4-BE49-F238E27FC236}">
                <a16:creationId xmlns:a16="http://schemas.microsoft.com/office/drawing/2014/main" id="{CD1F023D-BC2B-4FD1-83DF-77AE0B6F8339}"/>
              </a:ext>
            </a:extLst>
          </p:cNvPr>
          <p:cNvSpPr>
            <a:spLocks xmlns:a="http://schemas.openxmlformats.org/drawingml/2006/main" noGrp="1"/>
          </p:cNvSpPr>
          <p:nvPr/>
        </p:nvSpPr>
        <p:spPr>
          <a:xfrm xmlns:a="http://schemas.openxmlformats.org/drawingml/2006/main">
            <a:off x="8096250" y="4305300"/>
            <a:ext cx="3095625"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24282C"/>
                </a:solidFill>
                <a:latin typeface="Arial"/>
                <a:ea typeface="Arial"/>
                <a:cs typeface="Arial"/>
              </a:defRPr>
            </a:defPPr>
            <a:lvl1pPr algn="l">
              <a:buNone/>
              <a:defRPr sz="1275" b="0">
                <a:solidFill>
                  <a:srgbClr val="24282C"/>
                </a:solidFill>
                <a:latin typeface="Arial"/>
                <a:ea typeface="Arial"/>
                <a:cs typeface="Arial"/>
              </a:defRPr>
            </a:lvl1pPr>
            <a:lvl2pPr algn="l">
              <a:buNone/>
              <a:defRPr sz="1275" b="0">
                <a:solidFill>
                  <a:srgbClr val="24282C"/>
                </a:solidFill>
                <a:latin typeface="Arial"/>
                <a:ea typeface="Arial"/>
                <a:cs typeface="Arial"/>
              </a:defRPr>
            </a:lvl2pPr>
            <a:lvl3pPr algn="l">
              <a:buNone/>
              <a:defRPr sz="1275" b="0">
                <a:solidFill>
                  <a:srgbClr val="24282C"/>
                </a:solidFill>
                <a:latin typeface="Arial"/>
                <a:ea typeface="Arial"/>
                <a:cs typeface="Arial"/>
              </a:defRPr>
            </a:lvl3pPr>
            <a:lvl4pPr algn="l">
              <a:buNone/>
              <a:defRPr sz="1275" b="0">
                <a:solidFill>
                  <a:srgbClr val="24282C"/>
                </a:solidFill>
                <a:latin typeface="Arial"/>
                <a:ea typeface="Arial"/>
                <a:cs typeface="Arial"/>
              </a:defRPr>
            </a:lvl4pPr>
            <a:lvl5pPr algn="l">
              <a:buNone/>
              <a:defRPr sz="1275" b="0">
                <a:solidFill>
                  <a:srgbClr val="24282C"/>
                </a:solidFill>
                <a:latin typeface="Arial"/>
                <a:ea typeface="Arial"/>
                <a:cs typeface="Arial"/>
              </a:defRPr>
            </a:lvl5pPr>
            <a:lvl6pPr algn="l">
              <a:buNone/>
              <a:defRPr sz="1275" b="0">
                <a:solidFill>
                  <a:srgbClr val="24282C"/>
                </a:solidFill>
                <a:latin typeface="Arial"/>
                <a:ea typeface="Arial"/>
                <a:cs typeface="Arial"/>
              </a:defRPr>
            </a:lvl6pPr>
            <a:lvl7pPr algn="l">
              <a:buNone/>
              <a:defRPr sz="1275" b="0">
                <a:solidFill>
                  <a:srgbClr val="24282C"/>
                </a:solidFill>
                <a:latin typeface="Arial"/>
                <a:ea typeface="Arial"/>
                <a:cs typeface="Arial"/>
              </a:defRPr>
            </a:lvl7pPr>
            <a:lvl8pPr algn="l">
              <a:buNone/>
              <a:defRPr sz="1275" b="0">
                <a:solidFill>
                  <a:srgbClr val="24282C"/>
                </a:solidFill>
                <a:latin typeface="Arial"/>
                <a:ea typeface="Arial"/>
                <a:cs typeface="Arial"/>
              </a:defRPr>
            </a:lvl8pPr>
            <a:lvl9pPr algn="l">
              <a:buNone/>
              <a:defRPr sz="1275" b="0">
                <a:solidFill>
                  <a:srgbClr val="24282C"/>
                </a:solidFill>
                <a:latin typeface="Arial"/>
                <a:ea typeface="Arial"/>
                <a:cs typeface="Arial"/>
              </a:defRPr>
            </a:lvl9pPr>
          </a:lstStyle>
          <a:p xmlns:a="http://schemas.openxmlformats.org/drawingml/2006/main">
            <a:pPr algn="l">
              <a:lnSpc>
                <a:spcPct val="120000"/>
              </a:lnSpc>
              <a:buNone/>
              <a:defRPr sz="1275" b="0">
                <a:solidFill>
                  <a:srgbClr val="24282C"/>
                </a:solidFill>
                <a:latin typeface="Arial"/>
                <a:ea typeface="Arial"/>
                <a:cs typeface="Arial"/>
              </a:defRPr>
            </a:pPr>
            <a:r>
              <a:rPr sz="1275" b="0">
                <a:solidFill>
                  <a:srgbClr val="24282C"/>
                </a:solidFill>
                <a:latin typeface="Times New Roman"/>
                <a:ea typeface="Times New Roman"/>
                <a:cs typeface="Times New Roman"/>
              </a:rPr>
              <a:t>Symptoms alone cannot confirm plague.</a:t>
            </a:r>
          </a:p>
          <a:p xmlns:a="http://schemas.openxmlformats.org/drawingml/2006/main">
            <a:pPr algn="l">
              <a:lnSpc>
                <a:spcPct val="120000"/>
              </a:lnSpc>
              <a:buNone/>
              <a:defRPr sz="1275" b="0">
                <a:solidFill>
                  <a:srgbClr val="24282C"/>
                </a:solidFill>
                <a:latin typeface="Arial"/>
                <a:ea typeface="Arial"/>
                <a:cs typeface="Arial"/>
              </a:defRPr>
            </a:pPr>
            <a:r>
              <a:rPr sz="1275" b="0">
                <a:solidFill>
                  <a:srgbClr val="24282C"/>
                </a:solidFill>
                <a:latin typeface="Times New Roman"/>
                <a:ea typeface="Times New Roman"/>
                <a:cs typeface="Times New Roman"/>
              </a:rPr>
              <a:t>Do not wait or self-treat.</a:t>
            </a:r>
          </a:p>
        </p:txBody>
      </p:sp>
      <p:sp>
        <p:nvSpPr>
          <p:cNvPr id="24" name="矩形 23">
            <a:extLst xmlns:a="http://schemas.openxmlformats.org/drawingml/2006/main">
              <a:ext uri="{FF2B5EF4-FFF2-40B4-BE49-F238E27FC236}">
                <a16:creationId xmlns:a16="http://schemas.microsoft.com/office/drawing/2014/main" id="{26C09DC9-3C14-4B0F-94A8-8B023C509464}"/>
              </a:ext>
            </a:extLst>
          </p:cNvPr>
          <p:cNvSpPr>
            <a:spLocks xmlns:a="http://schemas.openxmlformats.org/drawingml/2006/main" noGrp="1"/>
          </p:cNvSpPr>
          <p:nvPr/>
        </p:nvSpPr>
        <p:spPr>
          <a:xfrm xmlns:a="http://schemas.openxmlformats.org/drawingml/2006/main">
            <a:off x="590550" y="5753100"/>
            <a:ext cx="11010900" cy="457200"/>
          </a:xfrm>
          <a:prstGeom xmlns:a="http://schemas.openxmlformats.org/drawingml/2006/main" prst="rect">
            <a:avLst/>
          </a:prstGeom>
          <a:solidFill xmlns:a="http://schemas.openxmlformats.org/drawingml/2006/main">
            <a:srgbClr val="E7F1EF"/>
          </a:solidFill>
          <a:ln xmlns:a="http://schemas.openxmlformats.org/drawingml/2006/main" w="0">
            <a:noFill/>
            <a:prstDash val="solid"/>
          </a:ln>
        </p:spPr>
      </p:sp>
      <p:sp>
        <p:nvSpPr>
          <p:cNvPr id="25" name="矩形 24">
            <a:extLst xmlns:a="http://schemas.openxmlformats.org/drawingml/2006/main">
              <a:ext uri="{FF2B5EF4-FFF2-40B4-BE49-F238E27FC236}">
                <a16:creationId xmlns:a16="http://schemas.microsoft.com/office/drawing/2014/main" id="{78C29573-A749-4345-BB40-BE325BCE64BF}"/>
              </a:ext>
            </a:extLst>
          </p:cNvPr>
          <p:cNvSpPr>
            <a:spLocks xmlns:a="http://schemas.openxmlformats.org/drawingml/2006/main" noGrp="1"/>
          </p:cNvSpPr>
          <p:nvPr/>
        </p:nvSpPr>
        <p:spPr>
          <a:xfrm xmlns:a="http://schemas.openxmlformats.org/drawingml/2006/main">
            <a:off x="781050" y="586740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153A5B"/>
                </a:solidFill>
                <a:latin typeface="Arial"/>
                <a:ea typeface="Arial"/>
                <a:cs typeface="Arial"/>
              </a:defRPr>
            </a:defPPr>
            <a:lvl1pPr algn="l">
              <a:buNone/>
              <a:defRPr sz="1200" b="1">
                <a:solidFill>
                  <a:srgbClr val="153A5B"/>
                </a:solidFill>
                <a:latin typeface="Arial"/>
                <a:ea typeface="Arial"/>
                <a:cs typeface="Arial"/>
              </a:defRPr>
            </a:lvl1pPr>
            <a:lvl2pPr algn="l">
              <a:buNone/>
              <a:defRPr sz="1200" b="1">
                <a:solidFill>
                  <a:srgbClr val="153A5B"/>
                </a:solidFill>
                <a:latin typeface="Arial"/>
                <a:ea typeface="Arial"/>
                <a:cs typeface="Arial"/>
              </a:defRPr>
            </a:lvl2pPr>
            <a:lvl3pPr algn="l">
              <a:buNone/>
              <a:defRPr sz="1200" b="1">
                <a:solidFill>
                  <a:srgbClr val="153A5B"/>
                </a:solidFill>
                <a:latin typeface="Arial"/>
                <a:ea typeface="Arial"/>
                <a:cs typeface="Arial"/>
              </a:defRPr>
            </a:lvl3pPr>
            <a:lvl4pPr algn="l">
              <a:buNone/>
              <a:defRPr sz="1200" b="1">
                <a:solidFill>
                  <a:srgbClr val="153A5B"/>
                </a:solidFill>
                <a:latin typeface="Arial"/>
                <a:ea typeface="Arial"/>
                <a:cs typeface="Arial"/>
              </a:defRPr>
            </a:lvl4pPr>
            <a:lvl5pPr algn="l">
              <a:buNone/>
              <a:defRPr sz="1200" b="1">
                <a:solidFill>
                  <a:srgbClr val="153A5B"/>
                </a:solidFill>
                <a:latin typeface="Arial"/>
                <a:ea typeface="Arial"/>
                <a:cs typeface="Arial"/>
              </a:defRPr>
            </a:lvl5pPr>
            <a:lvl6pPr algn="l">
              <a:buNone/>
              <a:defRPr sz="1200" b="1">
                <a:solidFill>
                  <a:srgbClr val="153A5B"/>
                </a:solidFill>
                <a:latin typeface="Arial"/>
                <a:ea typeface="Arial"/>
                <a:cs typeface="Arial"/>
              </a:defRPr>
            </a:lvl6pPr>
            <a:lvl7pPr algn="l">
              <a:buNone/>
              <a:defRPr sz="1200" b="1">
                <a:solidFill>
                  <a:srgbClr val="153A5B"/>
                </a:solidFill>
                <a:latin typeface="Arial"/>
                <a:ea typeface="Arial"/>
                <a:cs typeface="Arial"/>
              </a:defRPr>
            </a:lvl7pPr>
            <a:lvl8pPr algn="l">
              <a:buNone/>
              <a:defRPr sz="1200" b="1">
                <a:solidFill>
                  <a:srgbClr val="153A5B"/>
                </a:solidFill>
                <a:latin typeface="Arial"/>
                <a:ea typeface="Arial"/>
                <a:cs typeface="Arial"/>
              </a:defRPr>
            </a:lvl8pPr>
            <a:lvl9pPr algn="l">
              <a:buNone/>
              <a:defRPr sz="1200" b="1">
                <a:solidFill>
                  <a:srgbClr val="153A5B"/>
                </a:solidFill>
                <a:latin typeface="Arial"/>
                <a:ea typeface="Arial"/>
                <a:cs typeface="Arial"/>
              </a:defRPr>
            </a:lvl9pPr>
          </a:lstStyle>
          <a:p xmlns:a="http://schemas.openxmlformats.org/drawingml/2006/main">
            <a:pPr algn="l">
              <a:lnSpc>
                <a:spcPct val="105000"/>
              </a:lnSpc>
              <a:buNone/>
              <a:defRPr sz="1200" b="1">
                <a:solidFill>
                  <a:srgbClr val="153A5B"/>
                </a:solidFill>
                <a:latin typeface="Arial"/>
                <a:ea typeface="Arial"/>
                <a:cs typeface="Arial"/>
              </a:defRPr>
            </a:pPr>
            <a:r>
              <a:rPr sz="1200" b="1">
                <a:solidFill>
                  <a:srgbClr val="153A5B"/>
                </a:solidFill>
                <a:latin typeface="Times New Roman"/>
                <a:ea typeface="Times New Roman"/>
                <a:cs typeface="Times New Roman"/>
              </a:rPr>
              <a:t>Next: the three main forms of plague</a:t>
            </a:r>
          </a:p>
        </p:txBody>
      </p:sp>
      <p:sp>
        <p:nvSpPr>
          <p:cNvPr id="27" name="矩形 26">
            <a:extLst xmlns:a="http://schemas.openxmlformats.org/drawingml/2006/main">
              <a:ext uri="{FF2B5EF4-FFF2-40B4-BE49-F238E27FC236}">
                <a16:creationId xmlns:a16="http://schemas.microsoft.com/office/drawing/2014/main" id="{A52C5C66-28B4-49BF-8EC1-142CCB51A4DC}"/>
              </a:ext>
            </a:extLst>
          </p:cNvPr>
          <p:cNvSpPr>
            <a:spLocks xmlns:a="http://schemas.openxmlformats.org/drawingml/2006/main" noGrp="1"/>
          </p:cNvSpPr>
          <p:nvPr/>
        </p:nvSpPr>
        <p:spPr>
          <a:xfrm xmlns:a="http://schemas.openxmlformats.org/drawingml/2006/main">
            <a:off x="11096625" y="6534150"/>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675" b="0">
                <a:solidFill>
                  <a:srgbClr val="66717B"/>
                </a:solidFill>
                <a:latin typeface="Arial"/>
                <a:ea typeface="Arial"/>
                <a:cs typeface="Arial"/>
              </a:defRPr>
            </a:defPPr>
            <a:lvl1pPr algn="r">
              <a:buNone/>
              <a:defRPr sz="675" b="0">
                <a:solidFill>
                  <a:srgbClr val="66717B"/>
                </a:solidFill>
                <a:latin typeface="Arial"/>
                <a:ea typeface="Arial"/>
                <a:cs typeface="Arial"/>
              </a:defRPr>
            </a:lvl1pPr>
            <a:lvl2pPr algn="r">
              <a:buNone/>
              <a:defRPr sz="675" b="0">
                <a:solidFill>
                  <a:srgbClr val="66717B"/>
                </a:solidFill>
                <a:latin typeface="Arial"/>
                <a:ea typeface="Arial"/>
                <a:cs typeface="Arial"/>
              </a:defRPr>
            </a:lvl2pPr>
            <a:lvl3pPr algn="r">
              <a:buNone/>
              <a:defRPr sz="675" b="0">
                <a:solidFill>
                  <a:srgbClr val="66717B"/>
                </a:solidFill>
                <a:latin typeface="Arial"/>
                <a:ea typeface="Arial"/>
                <a:cs typeface="Arial"/>
              </a:defRPr>
            </a:lvl3pPr>
            <a:lvl4pPr algn="r">
              <a:buNone/>
              <a:defRPr sz="675" b="0">
                <a:solidFill>
                  <a:srgbClr val="66717B"/>
                </a:solidFill>
                <a:latin typeface="Arial"/>
                <a:ea typeface="Arial"/>
                <a:cs typeface="Arial"/>
              </a:defRPr>
            </a:lvl4pPr>
            <a:lvl5pPr algn="r">
              <a:buNone/>
              <a:defRPr sz="675" b="0">
                <a:solidFill>
                  <a:srgbClr val="66717B"/>
                </a:solidFill>
                <a:latin typeface="Arial"/>
                <a:ea typeface="Arial"/>
                <a:cs typeface="Arial"/>
              </a:defRPr>
            </a:lvl5pPr>
            <a:lvl6pPr algn="r">
              <a:buNone/>
              <a:defRPr sz="675" b="0">
                <a:solidFill>
                  <a:srgbClr val="66717B"/>
                </a:solidFill>
                <a:latin typeface="Arial"/>
                <a:ea typeface="Arial"/>
                <a:cs typeface="Arial"/>
              </a:defRPr>
            </a:lvl6pPr>
            <a:lvl7pPr algn="r">
              <a:buNone/>
              <a:defRPr sz="675" b="0">
                <a:solidFill>
                  <a:srgbClr val="66717B"/>
                </a:solidFill>
                <a:latin typeface="Arial"/>
                <a:ea typeface="Arial"/>
                <a:cs typeface="Arial"/>
              </a:defRPr>
            </a:lvl7pPr>
            <a:lvl8pPr algn="r">
              <a:buNone/>
              <a:defRPr sz="675" b="0">
                <a:solidFill>
                  <a:srgbClr val="66717B"/>
                </a:solidFill>
                <a:latin typeface="Arial"/>
                <a:ea typeface="Arial"/>
                <a:cs typeface="Arial"/>
              </a:defRPr>
            </a:lvl8pPr>
            <a:lvl9pPr algn="r">
              <a:buNone/>
              <a:defRPr sz="675" b="0">
                <a:solidFill>
                  <a:srgbClr val="66717B"/>
                </a:solidFill>
                <a:latin typeface="Arial"/>
                <a:ea typeface="Arial"/>
                <a:cs typeface="Arial"/>
              </a:defRPr>
            </a:lvl9pPr>
          </a:lstStyle>
          <a:p xmlns:a="http://schemas.openxmlformats.org/drawingml/2006/main">
            <a:pPr algn="r">
              <a:lnSpc>
                <a:spcPct val="105000"/>
              </a:lnSpc>
              <a:buNone/>
              <a:defRPr sz="675" b="0">
                <a:solidFill>
                  <a:srgbClr val="66717B"/>
                </a:solidFill>
                <a:latin typeface="Arial"/>
                <a:ea typeface="Arial"/>
                <a:cs typeface="Arial"/>
              </a:defRPr>
            </a:pPr>
            <a:r>
              <a:rPr sz="675" b="0">
                <a:solidFill>
                  <a:srgbClr val="66717B"/>
                </a:solidFill>
                <a:latin typeface="Times New Roman"/>
                <a:ea typeface="Times New Roman"/>
                <a:cs typeface="Times New Roman"/>
              </a:rPr>
              <a:t>3</a:t>
            </a:r>
          </a:p>
        </p:txBody>
      </p:sp>
    </p:spTree>
    <p:extLst>
      <p:ext uri="{BB962C8B-B14F-4D97-AF65-F5344CB8AC3E}">
        <p14:creationId xmlns:p14="http://schemas.microsoft.com/office/powerpoint/2010/main" val="375868279"/>
      </p:ext>
    </p:extLst>
  </p:cSld>
</p:sld>
</file>

<file path=ppt/slides/slide4.xml><?xml version="1.0" encoding="utf-8"?>
<p:sld xmlns:p="http://schemas.openxmlformats.org/presentationml/2006/main">
  <p:cSld>
    <p:bg>
      <p:bgPr>
        <a:solidFill xmlns:a="http://schemas.openxmlformats.org/drawingml/2006/main">
          <a:srgbClr val="F6F7F7"/>
        </a:solidFill>
      </p:bgPr>
    </p:bg>
    <p:spTree>
      <p:nvGrpSpPr>
        <p:cNvPr id="1" name=""/>
        <p:cNvGrpSpPr/>
        <p:nvPr/>
      </p:nvGrpSpPr>
      <p:grpSpPr>
        <a:xfrm xmlns:a="http://schemas.openxmlformats.org/drawingml/2006/main"/>
      </p:grpSpPr>
      <p:sp>
        <p:nvSpPr>
          <p:cNvPr id="24" name="矩形 23">
            <a:extLst xmlns:a="http://schemas.openxmlformats.org/drawingml/2006/main">
              <a:ext uri="{FF2B5EF4-FFF2-40B4-BE49-F238E27FC236}">
                <a16:creationId xmlns:a16="http://schemas.microsoft.com/office/drawing/2014/main" id="{3800BAFF-0CD5-4A66-A900-54592F7C27F2}"/>
              </a:ext>
            </a:extLst>
          </p:cNvPr>
          <p:cNvSpPr>
            <a:spLocks xmlns:a="http://schemas.openxmlformats.org/drawingml/2006/main" noGrp="1"/>
          </p:cNvSpPr>
          <p:nvPr/>
        </p:nvSpPr>
        <p:spPr>
          <a:xfrm xmlns:a="http://schemas.openxmlformats.org/drawingml/2006/main">
            <a:off x="590550" y="24765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825" b="1">
                <a:solidFill>
                  <a:srgbClr val="66717B"/>
                </a:solidFill>
                <a:latin typeface="Arial"/>
                <a:ea typeface="Arial"/>
                <a:cs typeface="Arial"/>
              </a:defRPr>
            </a:defPPr>
            <a:lvl1pPr algn="l">
              <a:buNone/>
              <a:defRPr sz="825" b="1">
                <a:solidFill>
                  <a:srgbClr val="66717B"/>
                </a:solidFill>
                <a:latin typeface="Arial"/>
                <a:ea typeface="Arial"/>
                <a:cs typeface="Arial"/>
              </a:defRPr>
            </a:lvl1pPr>
            <a:lvl2pPr algn="l">
              <a:buNone/>
              <a:defRPr sz="825" b="1">
                <a:solidFill>
                  <a:srgbClr val="66717B"/>
                </a:solidFill>
                <a:latin typeface="Arial"/>
                <a:ea typeface="Arial"/>
                <a:cs typeface="Arial"/>
              </a:defRPr>
            </a:lvl2pPr>
            <a:lvl3pPr algn="l">
              <a:buNone/>
              <a:defRPr sz="825" b="1">
                <a:solidFill>
                  <a:srgbClr val="66717B"/>
                </a:solidFill>
                <a:latin typeface="Arial"/>
                <a:ea typeface="Arial"/>
                <a:cs typeface="Arial"/>
              </a:defRPr>
            </a:lvl3pPr>
            <a:lvl4pPr algn="l">
              <a:buNone/>
              <a:defRPr sz="825" b="1">
                <a:solidFill>
                  <a:srgbClr val="66717B"/>
                </a:solidFill>
                <a:latin typeface="Arial"/>
                <a:ea typeface="Arial"/>
                <a:cs typeface="Arial"/>
              </a:defRPr>
            </a:lvl4pPr>
            <a:lvl5pPr algn="l">
              <a:buNone/>
              <a:defRPr sz="825" b="1">
                <a:solidFill>
                  <a:srgbClr val="66717B"/>
                </a:solidFill>
                <a:latin typeface="Arial"/>
                <a:ea typeface="Arial"/>
                <a:cs typeface="Arial"/>
              </a:defRPr>
            </a:lvl5pPr>
            <a:lvl6pPr algn="l">
              <a:buNone/>
              <a:defRPr sz="825" b="1">
                <a:solidFill>
                  <a:srgbClr val="66717B"/>
                </a:solidFill>
                <a:latin typeface="Arial"/>
                <a:ea typeface="Arial"/>
                <a:cs typeface="Arial"/>
              </a:defRPr>
            </a:lvl6pPr>
            <a:lvl7pPr algn="l">
              <a:buNone/>
              <a:defRPr sz="825" b="1">
                <a:solidFill>
                  <a:srgbClr val="66717B"/>
                </a:solidFill>
                <a:latin typeface="Arial"/>
                <a:ea typeface="Arial"/>
                <a:cs typeface="Arial"/>
              </a:defRPr>
            </a:lvl7pPr>
            <a:lvl8pPr algn="l">
              <a:buNone/>
              <a:defRPr sz="825" b="1">
                <a:solidFill>
                  <a:srgbClr val="66717B"/>
                </a:solidFill>
                <a:latin typeface="Arial"/>
                <a:ea typeface="Arial"/>
                <a:cs typeface="Arial"/>
              </a:defRPr>
            </a:lvl8pPr>
            <a:lvl9pPr algn="l">
              <a:buNone/>
              <a:defRPr sz="825" b="1">
                <a:solidFill>
                  <a:srgbClr val="66717B"/>
                </a:solidFill>
                <a:latin typeface="Arial"/>
                <a:ea typeface="Arial"/>
                <a:cs typeface="Arial"/>
              </a:defRPr>
            </a:lvl9pPr>
          </a:lstStyle>
          <a:p xmlns:a="http://schemas.openxmlformats.org/drawingml/2006/main">
            <a:pPr algn="l">
              <a:lnSpc>
                <a:spcPct val="105000"/>
              </a:lnSpc>
              <a:buNone/>
              <a:defRPr sz="825" b="1">
                <a:solidFill>
                  <a:srgbClr val="66717B"/>
                </a:solidFill>
                <a:latin typeface="Arial"/>
                <a:ea typeface="Arial"/>
                <a:cs typeface="Arial"/>
              </a:defRPr>
            </a:pPr>
            <a:r>
              <a:rPr sz="825" b="1">
                <a:solidFill>
                  <a:srgbClr val="66717B"/>
                </a:solidFill>
                <a:latin typeface="Times New Roman"/>
                <a:ea typeface="Times New Roman"/>
                <a:cs typeface="Times New Roman"/>
              </a:rPr>
              <a:t>UNIT 3  RESPONSE</a:t>
            </a:r>
          </a:p>
        </p:txBody>
      </p:sp>
      <p:sp>
        <p:nvSpPr>
          <p:cNvPr id="2" name="矩形 1">
            <a:extLst xmlns:a="http://schemas.openxmlformats.org/drawingml/2006/main">
              <a:ext uri="{FF2B5EF4-FFF2-40B4-BE49-F238E27FC236}">
                <a16:creationId xmlns:a16="http://schemas.microsoft.com/office/drawing/2014/main" id="{EFE6ED9C-AFC7-4E65-AB90-4F54DA97031D}"/>
              </a:ext>
            </a:extLst>
          </p:cNvPr>
          <p:cNvSpPr>
            <a:spLocks xmlns:a="http://schemas.openxmlformats.org/drawingml/2006/main" noGrp="1"/>
          </p:cNvSpPr>
          <p:nvPr/>
        </p:nvSpPr>
        <p:spPr>
          <a:xfrm xmlns:a="http://schemas.openxmlformats.org/drawingml/2006/main">
            <a:off x="590550" y="552450"/>
            <a:ext cx="981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53A5B"/>
                </a:solidFill>
                <a:latin typeface="Arial"/>
                <a:ea typeface="Arial"/>
                <a:cs typeface="Arial"/>
              </a:defRPr>
            </a:defPPr>
            <a:lvl1pPr algn="l">
              <a:buNone/>
              <a:defRPr sz="2550" b="1">
                <a:solidFill>
                  <a:srgbClr val="153A5B"/>
                </a:solidFill>
                <a:latin typeface="Arial"/>
                <a:ea typeface="Arial"/>
                <a:cs typeface="Arial"/>
              </a:defRPr>
            </a:lvl1pPr>
            <a:lvl2pPr algn="l">
              <a:buNone/>
              <a:defRPr sz="2550" b="1">
                <a:solidFill>
                  <a:srgbClr val="153A5B"/>
                </a:solidFill>
                <a:latin typeface="Arial"/>
                <a:ea typeface="Arial"/>
                <a:cs typeface="Arial"/>
              </a:defRPr>
            </a:lvl2pPr>
            <a:lvl3pPr algn="l">
              <a:buNone/>
              <a:defRPr sz="2550" b="1">
                <a:solidFill>
                  <a:srgbClr val="153A5B"/>
                </a:solidFill>
                <a:latin typeface="Arial"/>
                <a:ea typeface="Arial"/>
                <a:cs typeface="Arial"/>
              </a:defRPr>
            </a:lvl3pPr>
            <a:lvl4pPr algn="l">
              <a:buNone/>
              <a:defRPr sz="2550" b="1">
                <a:solidFill>
                  <a:srgbClr val="153A5B"/>
                </a:solidFill>
                <a:latin typeface="Arial"/>
                <a:ea typeface="Arial"/>
                <a:cs typeface="Arial"/>
              </a:defRPr>
            </a:lvl4pPr>
            <a:lvl5pPr algn="l">
              <a:buNone/>
              <a:defRPr sz="2550" b="1">
                <a:solidFill>
                  <a:srgbClr val="153A5B"/>
                </a:solidFill>
                <a:latin typeface="Arial"/>
                <a:ea typeface="Arial"/>
                <a:cs typeface="Arial"/>
              </a:defRPr>
            </a:lvl5pPr>
            <a:lvl6pPr algn="l">
              <a:buNone/>
              <a:defRPr sz="2550" b="1">
                <a:solidFill>
                  <a:srgbClr val="153A5B"/>
                </a:solidFill>
                <a:latin typeface="Arial"/>
                <a:ea typeface="Arial"/>
                <a:cs typeface="Arial"/>
              </a:defRPr>
            </a:lvl6pPr>
            <a:lvl7pPr algn="l">
              <a:buNone/>
              <a:defRPr sz="2550" b="1">
                <a:solidFill>
                  <a:srgbClr val="153A5B"/>
                </a:solidFill>
                <a:latin typeface="Arial"/>
                <a:ea typeface="Arial"/>
                <a:cs typeface="Arial"/>
              </a:defRPr>
            </a:lvl7pPr>
            <a:lvl8pPr algn="l">
              <a:buNone/>
              <a:defRPr sz="2550" b="1">
                <a:solidFill>
                  <a:srgbClr val="153A5B"/>
                </a:solidFill>
                <a:latin typeface="Arial"/>
                <a:ea typeface="Arial"/>
                <a:cs typeface="Arial"/>
              </a:defRPr>
            </a:lvl8pPr>
            <a:lvl9pPr algn="l">
              <a:buNone/>
              <a:defRPr sz="2550" b="1">
                <a:solidFill>
                  <a:srgbClr val="153A5B"/>
                </a:solidFill>
                <a:latin typeface="Arial"/>
                <a:ea typeface="Arial"/>
                <a:cs typeface="Arial"/>
              </a:defRPr>
            </a:lvl9pPr>
          </a:lstStyle>
          <a:p xmlns:a="http://schemas.openxmlformats.org/drawingml/2006/main">
            <a:pPr algn="l">
              <a:lnSpc>
                <a:spcPct val="105000"/>
              </a:lnSpc>
              <a:buNone/>
              <a:defRPr sz="2550" b="1">
                <a:solidFill>
                  <a:srgbClr val="153A5B"/>
                </a:solidFill>
                <a:latin typeface="Arial"/>
                <a:ea typeface="Arial"/>
                <a:cs typeface="Arial"/>
              </a:defRPr>
            </a:pPr>
            <a:r>
              <a:rPr sz="2550" b="1">
                <a:solidFill>
                  <a:srgbClr val="153A5B"/>
                </a:solidFill>
                <a:latin typeface="Times New Roman"/>
                <a:ea typeface="Times New Roman"/>
                <a:cs typeface="Times New Roman"/>
              </a:rPr>
              <a:t>Three main forms of plague</a:t>
            </a:r>
          </a:p>
        </p:txBody>
      </p:sp>
      <p:sp>
        <p:nvSpPr>
          <p:cNvPr id="3" name="矩形 2">
            <a:extLst xmlns:a="http://schemas.openxmlformats.org/drawingml/2006/main">
              <a:ext uri="{FF2B5EF4-FFF2-40B4-BE49-F238E27FC236}">
                <a16:creationId xmlns:a16="http://schemas.microsoft.com/office/drawing/2014/main" id="{0E4609B7-6E7F-4876-B88A-690581BDCFD1}"/>
              </a:ext>
            </a:extLst>
          </p:cNvPr>
          <p:cNvSpPr>
            <a:spLocks xmlns:a="http://schemas.openxmlformats.org/drawingml/2006/main" noGrp="1"/>
          </p:cNvSpPr>
          <p:nvPr/>
        </p:nvSpPr>
        <p:spPr>
          <a:xfrm xmlns:a="http://schemas.openxmlformats.org/drawingml/2006/main">
            <a:off x="590550" y="1104900"/>
            <a:ext cx="11010900" cy="9525"/>
          </a:xfrm>
          <a:prstGeom xmlns:a="http://schemas.openxmlformats.org/drawingml/2006/main" prst="rect">
            <a:avLst/>
          </a:prstGeom>
          <a:solidFill xmlns:a="http://schemas.openxmlformats.org/drawingml/2006/main">
            <a:srgbClr val="153A5B"/>
          </a:solidFill>
          <a:ln xmlns:a="http://schemas.openxmlformats.org/drawingml/2006/main" w="0">
            <a:noFill/>
            <a:prstDash val="solid"/>
          </a:ln>
        </p:spPr>
      </p:sp>
      <p:sp>
        <p:nvSpPr>
          <p:cNvPr id="4" name="矩形 3">
            <a:extLst xmlns:a="http://schemas.openxmlformats.org/drawingml/2006/main">
              <a:ext uri="{FF2B5EF4-FFF2-40B4-BE49-F238E27FC236}">
                <a16:creationId xmlns:a16="http://schemas.microsoft.com/office/drawing/2014/main" id="{4679731A-504A-431E-9FBE-7BBEAE812519}"/>
              </a:ext>
            </a:extLst>
          </p:cNvPr>
          <p:cNvSpPr>
            <a:spLocks xmlns:a="http://schemas.openxmlformats.org/drawingml/2006/main" noGrp="1"/>
          </p:cNvSpPr>
          <p:nvPr/>
        </p:nvSpPr>
        <p:spPr>
          <a:xfrm xmlns:a="http://schemas.openxmlformats.org/drawingml/2006/main">
            <a:off x="590550" y="1409700"/>
            <a:ext cx="4572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24282C"/>
                </a:solidFill>
                <a:latin typeface="Arial"/>
                <a:ea typeface="Arial"/>
                <a:cs typeface="Arial"/>
              </a:defRPr>
            </a:defPPr>
            <a:lvl1pPr algn="l">
              <a:buNone/>
              <a:defRPr sz="1650" b="0">
                <a:solidFill>
                  <a:srgbClr val="24282C"/>
                </a:solidFill>
                <a:latin typeface="Arial"/>
                <a:ea typeface="Arial"/>
                <a:cs typeface="Arial"/>
              </a:defRPr>
            </a:lvl1pPr>
            <a:lvl2pPr algn="l">
              <a:buNone/>
              <a:defRPr sz="1650" b="0">
                <a:solidFill>
                  <a:srgbClr val="24282C"/>
                </a:solidFill>
                <a:latin typeface="Arial"/>
                <a:ea typeface="Arial"/>
                <a:cs typeface="Arial"/>
              </a:defRPr>
            </a:lvl2pPr>
            <a:lvl3pPr algn="l">
              <a:buNone/>
              <a:defRPr sz="1650" b="0">
                <a:solidFill>
                  <a:srgbClr val="24282C"/>
                </a:solidFill>
                <a:latin typeface="Arial"/>
                <a:ea typeface="Arial"/>
                <a:cs typeface="Arial"/>
              </a:defRPr>
            </a:lvl3pPr>
            <a:lvl4pPr algn="l">
              <a:buNone/>
              <a:defRPr sz="1650" b="0">
                <a:solidFill>
                  <a:srgbClr val="24282C"/>
                </a:solidFill>
                <a:latin typeface="Arial"/>
                <a:ea typeface="Arial"/>
                <a:cs typeface="Arial"/>
              </a:defRPr>
            </a:lvl4pPr>
            <a:lvl5pPr algn="l">
              <a:buNone/>
              <a:defRPr sz="1650" b="0">
                <a:solidFill>
                  <a:srgbClr val="24282C"/>
                </a:solidFill>
                <a:latin typeface="Arial"/>
                <a:ea typeface="Arial"/>
                <a:cs typeface="Arial"/>
              </a:defRPr>
            </a:lvl5pPr>
            <a:lvl6pPr algn="l">
              <a:buNone/>
              <a:defRPr sz="1650" b="0">
                <a:solidFill>
                  <a:srgbClr val="24282C"/>
                </a:solidFill>
                <a:latin typeface="Arial"/>
                <a:ea typeface="Arial"/>
                <a:cs typeface="Arial"/>
              </a:defRPr>
            </a:lvl6pPr>
            <a:lvl7pPr algn="l">
              <a:buNone/>
              <a:defRPr sz="1650" b="0">
                <a:solidFill>
                  <a:srgbClr val="24282C"/>
                </a:solidFill>
                <a:latin typeface="Arial"/>
                <a:ea typeface="Arial"/>
                <a:cs typeface="Arial"/>
              </a:defRPr>
            </a:lvl7pPr>
            <a:lvl8pPr algn="l">
              <a:buNone/>
              <a:defRPr sz="1650" b="0">
                <a:solidFill>
                  <a:srgbClr val="24282C"/>
                </a:solidFill>
                <a:latin typeface="Arial"/>
                <a:ea typeface="Arial"/>
                <a:cs typeface="Arial"/>
              </a:defRPr>
            </a:lvl8pPr>
            <a:lvl9pPr algn="l">
              <a:buNone/>
              <a:defRPr sz="1650" b="0">
                <a:solidFill>
                  <a:srgbClr val="24282C"/>
                </a:solidFill>
                <a:latin typeface="Arial"/>
                <a:ea typeface="Arial"/>
                <a:cs typeface="Arial"/>
              </a:defRPr>
            </a:lvl9pPr>
          </a:lstStyle>
          <a:p xmlns:a="http://schemas.openxmlformats.org/drawingml/2006/main">
            <a:pPr algn="l">
              <a:lnSpc>
                <a:spcPct val="105000"/>
              </a:lnSpc>
              <a:buNone/>
              <a:defRPr sz="1650" b="0">
                <a:solidFill>
                  <a:srgbClr val="24282C"/>
                </a:solidFill>
                <a:latin typeface="Arial"/>
                <a:ea typeface="Arial"/>
                <a:cs typeface="Arial"/>
              </a:defRPr>
            </a:pPr>
            <a:r>
              <a:rPr sz="1650" b="0">
                <a:solidFill>
                  <a:srgbClr val="24282C"/>
                </a:solidFill>
                <a:latin typeface="Times New Roman"/>
                <a:ea typeface="Times New Roman"/>
                <a:cs typeface="Times New Roman"/>
              </a:rPr>
              <a:t>The infection can affect different parts of the body</a:t>
            </a:r>
          </a:p>
        </p:txBody>
      </p:sp>
      <p:sp>
        <p:nvSpPr>
          <p:cNvPr id="5" name="矩形 4">
            <a:extLst xmlns:a="http://schemas.openxmlformats.org/drawingml/2006/main">
              <a:ext uri="{FF2B5EF4-FFF2-40B4-BE49-F238E27FC236}">
                <a16:creationId xmlns:a16="http://schemas.microsoft.com/office/drawing/2014/main" id="{4342EAA0-03BB-4294-B1EA-95AD096FA1FF}"/>
              </a:ext>
            </a:extLst>
          </p:cNvPr>
          <p:cNvSpPr>
            <a:spLocks xmlns:a="http://schemas.openxmlformats.org/drawingml/2006/main" noGrp="1"/>
          </p:cNvSpPr>
          <p:nvPr/>
        </p:nvSpPr>
        <p:spPr>
          <a:xfrm xmlns:a="http://schemas.openxmlformats.org/drawingml/2006/main">
            <a:off x="590550" y="209550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650" b="1">
                <a:solidFill>
                  <a:srgbClr val="2878A5"/>
                </a:solidFill>
                <a:latin typeface="Arial"/>
                <a:ea typeface="Arial"/>
                <a:cs typeface="Arial"/>
              </a:defRPr>
            </a:defPPr>
            <a:lvl1pPr algn="l">
              <a:buNone/>
              <a:defRPr sz="1650" b="1">
                <a:solidFill>
                  <a:srgbClr val="2878A5"/>
                </a:solidFill>
                <a:latin typeface="Arial"/>
                <a:ea typeface="Arial"/>
                <a:cs typeface="Arial"/>
              </a:defRPr>
            </a:lvl1pPr>
            <a:lvl2pPr algn="l">
              <a:buNone/>
              <a:defRPr sz="1650" b="1">
                <a:solidFill>
                  <a:srgbClr val="2878A5"/>
                </a:solidFill>
                <a:latin typeface="Arial"/>
                <a:ea typeface="Arial"/>
                <a:cs typeface="Arial"/>
              </a:defRPr>
            </a:lvl2pPr>
            <a:lvl3pPr algn="l">
              <a:buNone/>
              <a:defRPr sz="1650" b="1">
                <a:solidFill>
                  <a:srgbClr val="2878A5"/>
                </a:solidFill>
                <a:latin typeface="Arial"/>
                <a:ea typeface="Arial"/>
                <a:cs typeface="Arial"/>
              </a:defRPr>
            </a:lvl3pPr>
            <a:lvl4pPr algn="l">
              <a:buNone/>
              <a:defRPr sz="1650" b="1">
                <a:solidFill>
                  <a:srgbClr val="2878A5"/>
                </a:solidFill>
                <a:latin typeface="Arial"/>
                <a:ea typeface="Arial"/>
                <a:cs typeface="Arial"/>
              </a:defRPr>
            </a:lvl4pPr>
            <a:lvl5pPr algn="l">
              <a:buNone/>
              <a:defRPr sz="1650" b="1">
                <a:solidFill>
                  <a:srgbClr val="2878A5"/>
                </a:solidFill>
                <a:latin typeface="Arial"/>
                <a:ea typeface="Arial"/>
                <a:cs typeface="Arial"/>
              </a:defRPr>
            </a:lvl5pPr>
            <a:lvl6pPr algn="l">
              <a:buNone/>
              <a:defRPr sz="1650" b="1">
                <a:solidFill>
                  <a:srgbClr val="2878A5"/>
                </a:solidFill>
                <a:latin typeface="Arial"/>
                <a:ea typeface="Arial"/>
                <a:cs typeface="Arial"/>
              </a:defRPr>
            </a:lvl6pPr>
            <a:lvl7pPr algn="l">
              <a:buNone/>
              <a:defRPr sz="1650" b="1">
                <a:solidFill>
                  <a:srgbClr val="2878A5"/>
                </a:solidFill>
                <a:latin typeface="Arial"/>
                <a:ea typeface="Arial"/>
                <a:cs typeface="Arial"/>
              </a:defRPr>
            </a:lvl7pPr>
            <a:lvl8pPr algn="l">
              <a:buNone/>
              <a:defRPr sz="1650" b="1">
                <a:solidFill>
                  <a:srgbClr val="2878A5"/>
                </a:solidFill>
                <a:latin typeface="Arial"/>
                <a:ea typeface="Arial"/>
                <a:cs typeface="Arial"/>
              </a:defRPr>
            </a:lvl8pPr>
            <a:lvl9pPr algn="l">
              <a:buNone/>
              <a:defRPr sz="1650" b="1">
                <a:solidFill>
                  <a:srgbClr val="2878A5"/>
                </a:solidFill>
                <a:latin typeface="Arial"/>
                <a:ea typeface="Arial"/>
                <a:cs typeface="Arial"/>
              </a:defRPr>
            </a:lvl9pPr>
          </a:lstStyle>
          <a:p xmlns:a="http://schemas.openxmlformats.org/drawingml/2006/main">
            <a:pPr algn="l">
              <a:lnSpc>
                <a:spcPct val="105000"/>
              </a:lnSpc>
              <a:buNone/>
              <a:defRPr sz="1650" b="1">
                <a:solidFill>
                  <a:srgbClr val="2878A5"/>
                </a:solidFill>
                <a:latin typeface="Arial"/>
                <a:ea typeface="Arial"/>
                <a:cs typeface="Arial"/>
              </a:defRPr>
            </a:pPr>
            <a:r>
              <a:rPr sz="1650" b="1">
                <a:solidFill>
                  <a:srgbClr val="2878A5"/>
                </a:solidFill>
                <a:latin typeface="Times New Roman"/>
                <a:ea typeface="Times New Roman"/>
                <a:cs typeface="Times New Roman"/>
              </a:rPr>
              <a:t>01</a:t>
            </a:r>
          </a:p>
        </p:txBody>
      </p:sp>
      <p:sp>
        <p:nvSpPr>
          <p:cNvPr id="6" name="矩形 5">
            <a:extLst xmlns:a="http://schemas.openxmlformats.org/drawingml/2006/main">
              <a:ext uri="{FF2B5EF4-FFF2-40B4-BE49-F238E27FC236}">
                <a16:creationId xmlns:a16="http://schemas.microsoft.com/office/drawing/2014/main" id="{C1CFF8CC-A8B5-449E-8EB3-F754911322C6}"/>
              </a:ext>
            </a:extLst>
          </p:cNvPr>
          <p:cNvSpPr>
            <a:spLocks xmlns:a="http://schemas.openxmlformats.org/drawingml/2006/main" noGrp="1"/>
          </p:cNvSpPr>
          <p:nvPr/>
        </p:nvSpPr>
        <p:spPr>
          <a:xfrm xmlns:a="http://schemas.openxmlformats.org/drawingml/2006/main">
            <a:off x="1381125" y="2085975"/>
            <a:ext cx="1952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53A5B"/>
                </a:solidFill>
                <a:latin typeface="Arial"/>
                <a:ea typeface="Arial"/>
                <a:cs typeface="Arial"/>
              </a:defRPr>
            </a:defPPr>
            <a:lvl1pPr algn="l">
              <a:buNone/>
              <a:defRPr sz="1425" b="1">
                <a:solidFill>
                  <a:srgbClr val="153A5B"/>
                </a:solidFill>
                <a:latin typeface="Arial"/>
                <a:ea typeface="Arial"/>
                <a:cs typeface="Arial"/>
              </a:defRPr>
            </a:lvl1pPr>
            <a:lvl2pPr algn="l">
              <a:buNone/>
              <a:defRPr sz="1425" b="1">
                <a:solidFill>
                  <a:srgbClr val="153A5B"/>
                </a:solidFill>
                <a:latin typeface="Arial"/>
                <a:ea typeface="Arial"/>
                <a:cs typeface="Arial"/>
              </a:defRPr>
            </a:lvl2pPr>
            <a:lvl3pPr algn="l">
              <a:buNone/>
              <a:defRPr sz="1425" b="1">
                <a:solidFill>
                  <a:srgbClr val="153A5B"/>
                </a:solidFill>
                <a:latin typeface="Arial"/>
                <a:ea typeface="Arial"/>
                <a:cs typeface="Arial"/>
              </a:defRPr>
            </a:lvl3pPr>
            <a:lvl4pPr algn="l">
              <a:buNone/>
              <a:defRPr sz="1425" b="1">
                <a:solidFill>
                  <a:srgbClr val="153A5B"/>
                </a:solidFill>
                <a:latin typeface="Arial"/>
                <a:ea typeface="Arial"/>
                <a:cs typeface="Arial"/>
              </a:defRPr>
            </a:lvl4pPr>
            <a:lvl5pPr algn="l">
              <a:buNone/>
              <a:defRPr sz="1425" b="1">
                <a:solidFill>
                  <a:srgbClr val="153A5B"/>
                </a:solidFill>
                <a:latin typeface="Arial"/>
                <a:ea typeface="Arial"/>
                <a:cs typeface="Arial"/>
              </a:defRPr>
            </a:lvl5pPr>
            <a:lvl6pPr algn="l">
              <a:buNone/>
              <a:defRPr sz="1425" b="1">
                <a:solidFill>
                  <a:srgbClr val="153A5B"/>
                </a:solidFill>
                <a:latin typeface="Arial"/>
                <a:ea typeface="Arial"/>
                <a:cs typeface="Arial"/>
              </a:defRPr>
            </a:lvl6pPr>
            <a:lvl7pPr algn="l">
              <a:buNone/>
              <a:defRPr sz="1425" b="1">
                <a:solidFill>
                  <a:srgbClr val="153A5B"/>
                </a:solidFill>
                <a:latin typeface="Arial"/>
                <a:ea typeface="Arial"/>
                <a:cs typeface="Arial"/>
              </a:defRPr>
            </a:lvl7pPr>
            <a:lvl8pPr algn="l">
              <a:buNone/>
              <a:defRPr sz="1425" b="1">
                <a:solidFill>
                  <a:srgbClr val="153A5B"/>
                </a:solidFill>
                <a:latin typeface="Arial"/>
                <a:ea typeface="Arial"/>
                <a:cs typeface="Arial"/>
              </a:defRPr>
            </a:lvl8pPr>
            <a:lvl9pPr algn="l">
              <a:buNone/>
              <a:defRPr sz="1425" b="1">
                <a:solidFill>
                  <a:srgbClr val="153A5B"/>
                </a:solidFill>
                <a:latin typeface="Arial"/>
                <a:ea typeface="Arial"/>
                <a:cs typeface="Arial"/>
              </a:defRPr>
            </a:lvl9pPr>
          </a:lstStyle>
          <a:p xmlns:a="http://schemas.openxmlformats.org/drawingml/2006/main">
            <a:pPr algn="l">
              <a:lnSpc>
                <a:spcPct val="105000"/>
              </a:lnSpc>
              <a:buNone/>
              <a:defRPr sz="1425" b="1">
                <a:solidFill>
                  <a:srgbClr val="153A5B"/>
                </a:solidFill>
                <a:latin typeface="Arial"/>
                <a:ea typeface="Arial"/>
                <a:cs typeface="Arial"/>
              </a:defRPr>
            </a:pPr>
            <a:r>
              <a:rPr sz="1425" b="1">
                <a:solidFill>
                  <a:srgbClr val="153A5B"/>
                </a:solidFill>
                <a:latin typeface="Times New Roman"/>
                <a:ea typeface="Times New Roman"/>
                <a:cs typeface="Times New Roman"/>
              </a:rPr>
              <a:t>Bubonic</a:t>
            </a:r>
          </a:p>
        </p:txBody>
      </p:sp>
      <p:sp>
        <p:nvSpPr>
          <p:cNvPr id="7" name="矩形 6">
            <a:extLst xmlns:a="http://schemas.openxmlformats.org/drawingml/2006/main">
              <a:ext uri="{FF2B5EF4-FFF2-40B4-BE49-F238E27FC236}">
                <a16:creationId xmlns:a16="http://schemas.microsoft.com/office/drawing/2014/main" id="{8B49C38B-1764-48DC-813A-F99CA6CCE219}"/>
              </a:ext>
            </a:extLst>
          </p:cNvPr>
          <p:cNvSpPr>
            <a:spLocks xmlns:a="http://schemas.openxmlformats.org/drawingml/2006/main" noGrp="1"/>
          </p:cNvSpPr>
          <p:nvPr/>
        </p:nvSpPr>
        <p:spPr>
          <a:xfrm xmlns:a="http://schemas.openxmlformats.org/drawingml/2006/main">
            <a:off x="3524250" y="2076450"/>
            <a:ext cx="7524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24282C"/>
                </a:solidFill>
                <a:latin typeface="Arial"/>
                <a:ea typeface="Arial"/>
                <a:cs typeface="Arial"/>
              </a:defRPr>
            </a:defPPr>
            <a:lvl1pPr algn="l">
              <a:buNone/>
              <a:defRPr sz="1275" b="0">
                <a:solidFill>
                  <a:srgbClr val="24282C"/>
                </a:solidFill>
                <a:latin typeface="Arial"/>
                <a:ea typeface="Arial"/>
                <a:cs typeface="Arial"/>
              </a:defRPr>
            </a:lvl1pPr>
            <a:lvl2pPr algn="l">
              <a:buNone/>
              <a:defRPr sz="1275" b="0">
                <a:solidFill>
                  <a:srgbClr val="24282C"/>
                </a:solidFill>
                <a:latin typeface="Arial"/>
                <a:ea typeface="Arial"/>
                <a:cs typeface="Arial"/>
              </a:defRPr>
            </a:lvl2pPr>
            <a:lvl3pPr algn="l">
              <a:buNone/>
              <a:defRPr sz="1275" b="0">
                <a:solidFill>
                  <a:srgbClr val="24282C"/>
                </a:solidFill>
                <a:latin typeface="Arial"/>
                <a:ea typeface="Arial"/>
                <a:cs typeface="Arial"/>
              </a:defRPr>
            </a:lvl3pPr>
            <a:lvl4pPr algn="l">
              <a:buNone/>
              <a:defRPr sz="1275" b="0">
                <a:solidFill>
                  <a:srgbClr val="24282C"/>
                </a:solidFill>
                <a:latin typeface="Arial"/>
                <a:ea typeface="Arial"/>
                <a:cs typeface="Arial"/>
              </a:defRPr>
            </a:lvl4pPr>
            <a:lvl5pPr algn="l">
              <a:buNone/>
              <a:defRPr sz="1275" b="0">
                <a:solidFill>
                  <a:srgbClr val="24282C"/>
                </a:solidFill>
                <a:latin typeface="Arial"/>
                <a:ea typeface="Arial"/>
                <a:cs typeface="Arial"/>
              </a:defRPr>
            </a:lvl5pPr>
            <a:lvl6pPr algn="l">
              <a:buNone/>
              <a:defRPr sz="1275" b="0">
                <a:solidFill>
                  <a:srgbClr val="24282C"/>
                </a:solidFill>
                <a:latin typeface="Arial"/>
                <a:ea typeface="Arial"/>
                <a:cs typeface="Arial"/>
              </a:defRPr>
            </a:lvl6pPr>
            <a:lvl7pPr algn="l">
              <a:buNone/>
              <a:defRPr sz="1275" b="0">
                <a:solidFill>
                  <a:srgbClr val="24282C"/>
                </a:solidFill>
                <a:latin typeface="Arial"/>
                <a:ea typeface="Arial"/>
                <a:cs typeface="Arial"/>
              </a:defRPr>
            </a:lvl7pPr>
            <a:lvl8pPr algn="l">
              <a:buNone/>
              <a:defRPr sz="1275" b="0">
                <a:solidFill>
                  <a:srgbClr val="24282C"/>
                </a:solidFill>
                <a:latin typeface="Arial"/>
                <a:ea typeface="Arial"/>
                <a:cs typeface="Arial"/>
              </a:defRPr>
            </a:lvl8pPr>
            <a:lvl9pPr algn="l">
              <a:buNone/>
              <a:defRPr sz="1275" b="0">
                <a:solidFill>
                  <a:srgbClr val="24282C"/>
                </a:solidFill>
                <a:latin typeface="Arial"/>
                <a:ea typeface="Arial"/>
                <a:cs typeface="Arial"/>
              </a:defRPr>
            </a:lvl9pPr>
          </a:lstStyle>
          <a:p xmlns:a="http://schemas.openxmlformats.org/drawingml/2006/main">
            <a:pPr algn="l">
              <a:lnSpc>
                <a:spcPct val="112000"/>
              </a:lnSpc>
              <a:buNone/>
              <a:defRPr sz="1275" b="0">
                <a:solidFill>
                  <a:srgbClr val="24282C"/>
                </a:solidFill>
                <a:latin typeface="Arial"/>
                <a:ea typeface="Arial"/>
                <a:cs typeface="Arial"/>
              </a:defRPr>
            </a:pPr>
            <a:r>
              <a:rPr sz="1275" b="0">
                <a:solidFill>
                  <a:srgbClr val="24282C"/>
                </a:solidFill>
                <a:latin typeface="Times New Roman"/>
                <a:ea typeface="Times New Roman"/>
                <a:cs typeface="Times New Roman"/>
              </a:rPr>
              <a:t>Swollen, painful lymph nodes. This is the most common form.</a:t>
            </a:r>
          </a:p>
        </p:txBody>
      </p:sp>
      <p:sp>
        <p:nvSpPr>
          <p:cNvPr id="8" name="矩形 7">
            <a:extLst xmlns:a="http://schemas.openxmlformats.org/drawingml/2006/main">
              <a:ext uri="{FF2B5EF4-FFF2-40B4-BE49-F238E27FC236}">
                <a16:creationId xmlns:a16="http://schemas.microsoft.com/office/drawing/2014/main" id="{A4BEE010-2776-4363-93BC-B1CC297C26BA}"/>
              </a:ext>
            </a:extLst>
          </p:cNvPr>
          <p:cNvSpPr>
            <a:spLocks xmlns:a="http://schemas.openxmlformats.org/drawingml/2006/main" noGrp="1"/>
          </p:cNvSpPr>
          <p:nvPr/>
        </p:nvSpPr>
        <p:spPr>
          <a:xfrm xmlns:a="http://schemas.openxmlformats.org/drawingml/2006/main">
            <a:off x="1381125" y="2686050"/>
            <a:ext cx="9639300" cy="9525"/>
          </a:xfrm>
          <a:prstGeom xmlns:a="http://schemas.openxmlformats.org/drawingml/2006/main" prst="rect">
            <a:avLst/>
          </a:prstGeom>
          <a:solidFill xmlns:a="http://schemas.openxmlformats.org/drawingml/2006/main">
            <a:srgbClr val="C8D0D5"/>
          </a:solidFill>
          <a:ln xmlns:a="http://schemas.openxmlformats.org/drawingml/2006/main" w="0">
            <a:noFill/>
            <a:prstDash val="solid"/>
          </a:ln>
        </p:spPr>
      </p:sp>
      <p:sp>
        <p:nvSpPr>
          <p:cNvPr id="9" name="矩形 8">
            <a:extLst xmlns:a="http://schemas.openxmlformats.org/drawingml/2006/main">
              <a:ext uri="{FF2B5EF4-FFF2-40B4-BE49-F238E27FC236}">
                <a16:creationId xmlns:a16="http://schemas.microsoft.com/office/drawing/2014/main" id="{2406C35F-0160-47BC-B887-412B1EEC65D4}"/>
              </a:ext>
            </a:extLst>
          </p:cNvPr>
          <p:cNvSpPr>
            <a:spLocks xmlns:a="http://schemas.openxmlformats.org/drawingml/2006/main" noGrp="1"/>
          </p:cNvSpPr>
          <p:nvPr/>
        </p:nvSpPr>
        <p:spPr>
          <a:xfrm xmlns:a="http://schemas.openxmlformats.org/drawingml/2006/main">
            <a:off x="590550" y="299085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650" b="1">
                <a:solidFill>
                  <a:srgbClr val="2878A5"/>
                </a:solidFill>
                <a:latin typeface="Arial"/>
                <a:ea typeface="Arial"/>
                <a:cs typeface="Arial"/>
              </a:defRPr>
            </a:defPPr>
            <a:lvl1pPr algn="l">
              <a:buNone/>
              <a:defRPr sz="1650" b="1">
                <a:solidFill>
                  <a:srgbClr val="2878A5"/>
                </a:solidFill>
                <a:latin typeface="Arial"/>
                <a:ea typeface="Arial"/>
                <a:cs typeface="Arial"/>
              </a:defRPr>
            </a:lvl1pPr>
            <a:lvl2pPr algn="l">
              <a:buNone/>
              <a:defRPr sz="1650" b="1">
                <a:solidFill>
                  <a:srgbClr val="2878A5"/>
                </a:solidFill>
                <a:latin typeface="Arial"/>
                <a:ea typeface="Arial"/>
                <a:cs typeface="Arial"/>
              </a:defRPr>
            </a:lvl2pPr>
            <a:lvl3pPr algn="l">
              <a:buNone/>
              <a:defRPr sz="1650" b="1">
                <a:solidFill>
                  <a:srgbClr val="2878A5"/>
                </a:solidFill>
                <a:latin typeface="Arial"/>
                <a:ea typeface="Arial"/>
                <a:cs typeface="Arial"/>
              </a:defRPr>
            </a:lvl3pPr>
            <a:lvl4pPr algn="l">
              <a:buNone/>
              <a:defRPr sz="1650" b="1">
                <a:solidFill>
                  <a:srgbClr val="2878A5"/>
                </a:solidFill>
                <a:latin typeface="Arial"/>
                <a:ea typeface="Arial"/>
                <a:cs typeface="Arial"/>
              </a:defRPr>
            </a:lvl4pPr>
            <a:lvl5pPr algn="l">
              <a:buNone/>
              <a:defRPr sz="1650" b="1">
                <a:solidFill>
                  <a:srgbClr val="2878A5"/>
                </a:solidFill>
                <a:latin typeface="Arial"/>
                <a:ea typeface="Arial"/>
                <a:cs typeface="Arial"/>
              </a:defRPr>
            </a:lvl5pPr>
            <a:lvl6pPr algn="l">
              <a:buNone/>
              <a:defRPr sz="1650" b="1">
                <a:solidFill>
                  <a:srgbClr val="2878A5"/>
                </a:solidFill>
                <a:latin typeface="Arial"/>
                <a:ea typeface="Arial"/>
                <a:cs typeface="Arial"/>
              </a:defRPr>
            </a:lvl6pPr>
            <a:lvl7pPr algn="l">
              <a:buNone/>
              <a:defRPr sz="1650" b="1">
                <a:solidFill>
                  <a:srgbClr val="2878A5"/>
                </a:solidFill>
                <a:latin typeface="Arial"/>
                <a:ea typeface="Arial"/>
                <a:cs typeface="Arial"/>
              </a:defRPr>
            </a:lvl7pPr>
            <a:lvl8pPr algn="l">
              <a:buNone/>
              <a:defRPr sz="1650" b="1">
                <a:solidFill>
                  <a:srgbClr val="2878A5"/>
                </a:solidFill>
                <a:latin typeface="Arial"/>
                <a:ea typeface="Arial"/>
                <a:cs typeface="Arial"/>
              </a:defRPr>
            </a:lvl8pPr>
            <a:lvl9pPr algn="l">
              <a:buNone/>
              <a:defRPr sz="1650" b="1">
                <a:solidFill>
                  <a:srgbClr val="2878A5"/>
                </a:solidFill>
                <a:latin typeface="Arial"/>
                <a:ea typeface="Arial"/>
                <a:cs typeface="Arial"/>
              </a:defRPr>
            </a:lvl9pPr>
          </a:lstStyle>
          <a:p xmlns:a="http://schemas.openxmlformats.org/drawingml/2006/main">
            <a:pPr algn="l">
              <a:lnSpc>
                <a:spcPct val="105000"/>
              </a:lnSpc>
              <a:buNone/>
              <a:defRPr sz="1650" b="1">
                <a:solidFill>
                  <a:srgbClr val="2878A5"/>
                </a:solidFill>
                <a:latin typeface="Arial"/>
                <a:ea typeface="Arial"/>
                <a:cs typeface="Arial"/>
              </a:defRPr>
            </a:pPr>
            <a:r>
              <a:rPr sz="1650" b="1">
                <a:solidFill>
                  <a:srgbClr val="2878A5"/>
                </a:solidFill>
                <a:latin typeface="Times New Roman"/>
                <a:ea typeface="Times New Roman"/>
                <a:cs typeface="Times New Roman"/>
              </a:rPr>
              <a:t>02</a:t>
            </a:r>
          </a:p>
        </p:txBody>
      </p:sp>
      <p:sp>
        <p:nvSpPr>
          <p:cNvPr id="10" name="矩形 9">
            <a:extLst xmlns:a="http://schemas.openxmlformats.org/drawingml/2006/main">
              <a:ext uri="{FF2B5EF4-FFF2-40B4-BE49-F238E27FC236}">
                <a16:creationId xmlns:a16="http://schemas.microsoft.com/office/drawing/2014/main" id="{171A9B52-4169-49B3-9E32-587AEE7FC761}"/>
              </a:ext>
            </a:extLst>
          </p:cNvPr>
          <p:cNvSpPr>
            <a:spLocks xmlns:a="http://schemas.openxmlformats.org/drawingml/2006/main" noGrp="1"/>
          </p:cNvSpPr>
          <p:nvPr/>
        </p:nvSpPr>
        <p:spPr>
          <a:xfrm xmlns:a="http://schemas.openxmlformats.org/drawingml/2006/main">
            <a:off x="1381125" y="2981325"/>
            <a:ext cx="1952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53A5B"/>
                </a:solidFill>
                <a:latin typeface="Arial"/>
                <a:ea typeface="Arial"/>
                <a:cs typeface="Arial"/>
              </a:defRPr>
            </a:defPPr>
            <a:lvl1pPr algn="l">
              <a:buNone/>
              <a:defRPr sz="1425" b="1">
                <a:solidFill>
                  <a:srgbClr val="153A5B"/>
                </a:solidFill>
                <a:latin typeface="Arial"/>
                <a:ea typeface="Arial"/>
                <a:cs typeface="Arial"/>
              </a:defRPr>
            </a:lvl1pPr>
            <a:lvl2pPr algn="l">
              <a:buNone/>
              <a:defRPr sz="1425" b="1">
                <a:solidFill>
                  <a:srgbClr val="153A5B"/>
                </a:solidFill>
                <a:latin typeface="Arial"/>
                <a:ea typeface="Arial"/>
                <a:cs typeface="Arial"/>
              </a:defRPr>
            </a:lvl2pPr>
            <a:lvl3pPr algn="l">
              <a:buNone/>
              <a:defRPr sz="1425" b="1">
                <a:solidFill>
                  <a:srgbClr val="153A5B"/>
                </a:solidFill>
                <a:latin typeface="Arial"/>
                <a:ea typeface="Arial"/>
                <a:cs typeface="Arial"/>
              </a:defRPr>
            </a:lvl3pPr>
            <a:lvl4pPr algn="l">
              <a:buNone/>
              <a:defRPr sz="1425" b="1">
                <a:solidFill>
                  <a:srgbClr val="153A5B"/>
                </a:solidFill>
                <a:latin typeface="Arial"/>
                <a:ea typeface="Arial"/>
                <a:cs typeface="Arial"/>
              </a:defRPr>
            </a:lvl4pPr>
            <a:lvl5pPr algn="l">
              <a:buNone/>
              <a:defRPr sz="1425" b="1">
                <a:solidFill>
                  <a:srgbClr val="153A5B"/>
                </a:solidFill>
                <a:latin typeface="Arial"/>
                <a:ea typeface="Arial"/>
                <a:cs typeface="Arial"/>
              </a:defRPr>
            </a:lvl5pPr>
            <a:lvl6pPr algn="l">
              <a:buNone/>
              <a:defRPr sz="1425" b="1">
                <a:solidFill>
                  <a:srgbClr val="153A5B"/>
                </a:solidFill>
                <a:latin typeface="Arial"/>
                <a:ea typeface="Arial"/>
                <a:cs typeface="Arial"/>
              </a:defRPr>
            </a:lvl6pPr>
            <a:lvl7pPr algn="l">
              <a:buNone/>
              <a:defRPr sz="1425" b="1">
                <a:solidFill>
                  <a:srgbClr val="153A5B"/>
                </a:solidFill>
                <a:latin typeface="Arial"/>
                <a:ea typeface="Arial"/>
                <a:cs typeface="Arial"/>
              </a:defRPr>
            </a:lvl7pPr>
            <a:lvl8pPr algn="l">
              <a:buNone/>
              <a:defRPr sz="1425" b="1">
                <a:solidFill>
                  <a:srgbClr val="153A5B"/>
                </a:solidFill>
                <a:latin typeface="Arial"/>
                <a:ea typeface="Arial"/>
                <a:cs typeface="Arial"/>
              </a:defRPr>
            </a:lvl8pPr>
            <a:lvl9pPr algn="l">
              <a:buNone/>
              <a:defRPr sz="1425" b="1">
                <a:solidFill>
                  <a:srgbClr val="153A5B"/>
                </a:solidFill>
                <a:latin typeface="Arial"/>
                <a:ea typeface="Arial"/>
                <a:cs typeface="Arial"/>
              </a:defRPr>
            </a:lvl9pPr>
          </a:lstStyle>
          <a:p xmlns:a="http://schemas.openxmlformats.org/drawingml/2006/main">
            <a:pPr algn="l">
              <a:lnSpc>
                <a:spcPct val="105000"/>
              </a:lnSpc>
              <a:buNone/>
              <a:defRPr sz="1425" b="1">
                <a:solidFill>
                  <a:srgbClr val="153A5B"/>
                </a:solidFill>
                <a:latin typeface="Arial"/>
                <a:ea typeface="Arial"/>
                <a:cs typeface="Arial"/>
              </a:defRPr>
            </a:pPr>
            <a:r>
              <a:rPr sz="1425" b="1">
                <a:solidFill>
                  <a:srgbClr val="153A5B"/>
                </a:solidFill>
                <a:latin typeface="Times New Roman"/>
                <a:ea typeface="Times New Roman"/>
                <a:cs typeface="Times New Roman"/>
              </a:rPr>
              <a:t>Septicemic</a:t>
            </a:r>
          </a:p>
        </p:txBody>
      </p:sp>
      <p:sp>
        <p:nvSpPr>
          <p:cNvPr id="11" name="矩形 10">
            <a:extLst xmlns:a="http://schemas.openxmlformats.org/drawingml/2006/main">
              <a:ext uri="{FF2B5EF4-FFF2-40B4-BE49-F238E27FC236}">
                <a16:creationId xmlns:a16="http://schemas.microsoft.com/office/drawing/2014/main" id="{E1FCF8D2-9D8A-430F-BC2F-DEBD6B1F128F}"/>
              </a:ext>
            </a:extLst>
          </p:cNvPr>
          <p:cNvSpPr>
            <a:spLocks xmlns:a="http://schemas.openxmlformats.org/drawingml/2006/main" noGrp="1"/>
          </p:cNvSpPr>
          <p:nvPr/>
        </p:nvSpPr>
        <p:spPr>
          <a:xfrm xmlns:a="http://schemas.openxmlformats.org/drawingml/2006/main">
            <a:off x="3524250" y="2971800"/>
            <a:ext cx="7524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24282C"/>
                </a:solidFill>
                <a:latin typeface="Arial"/>
                <a:ea typeface="Arial"/>
                <a:cs typeface="Arial"/>
              </a:defRPr>
            </a:defPPr>
            <a:lvl1pPr algn="l">
              <a:buNone/>
              <a:defRPr sz="1275" b="0">
                <a:solidFill>
                  <a:srgbClr val="24282C"/>
                </a:solidFill>
                <a:latin typeface="Arial"/>
                <a:ea typeface="Arial"/>
                <a:cs typeface="Arial"/>
              </a:defRPr>
            </a:lvl1pPr>
            <a:lvl2pPr algn="l">
              <a:buNone/>
              <a:defRPr sz="1275" b="0">
                <a:solidFill>
                  <a:srgbClr val="24282C"/>
                </a:solidFill>
                <a:latin typeface="Arial"/>
                <a:ea typeface="Arial"/>
                <a:cs typeface="Arial"/>
              </a:defRPr>
            </a:lvl2pPr>
            <a:lvl3pPr algn="l">
              <a:buNone/>
              <a:defRPr sz="1275" b="0">
                <a:solidFill>
                  <a:srgbClr val="24282C"/>
                </a:solidFill>
                <a:latin typeface="Arial"/>
                <a:ea typeface="Arial"/>
                <a:cs typeface="Arial"/>
              </a:defRPr>
            </a:lvl3pPr>
            <a:lvl4pPr algn="l">
              <a:buNone/>
              <a:defRPr sz="1275" b="0">
                <a:solidFill>
                  <a:srgbClr val="24282C"/>
                </a:solidFill>
                <a:latin typeface="Arial"/>
                <a:ea typeface="Arial"/>
                <a:cs typeface="Arial"/>
              </a:defRPr>
            </a:lvl4pPr>
            <a:lvl5pPr algn="l">
              <a:buNone/>
              <a:defRPr sz="1275" b="0">
                <a:solidFill>
                  <a:srgbClr val="24282C"/>
                </a:solidFill>
                <a:latin typeface="Arial"/>
                <a:ea typeface="Arial"/>
                <a:cs typeface="Arial"/>
              </a:defRPr>
            </a:lvl5pPr>
            <a:lvl6pPr algn="l">
              <a:buNone/>
              <a:defRPr sz="1275" b="0">
                <a:solidFill>
                  <a:srgbClr val="24282C"/>
                </a:solidFill>
                <a:latin typeface="Arial"/>
                <a:ea typeface="Arial"/>
                <a:cs typeface="Arial"/>
              </a:defRPr>
            </a:lvl6pPr>
            <a:lvl7pPr algn="l">
              <a:buNone/>
              <a:defRPr sz="1275" b="0">
                <a:solidFill>
                  <a:srgbClr val="24282C"/>
                </a:solidFill>
                <a:latin typeface="Arial"/>
                <a:ea typeface="Arial"/>
                <a:cs typeface="Arial"/>
              </a:defRPr>
            </a:lvl7pPr>
            <a:lvl8pPr algn="l">
              <a:buNone/>
              <a:defRPr sz="1275" b="0">
                <a:solidFill>
                  <a:srgbClr val="24282C"/>
                </a:solidFill>
                <a:latin typeface="Arial"/>
                <a:ea typeface="Arial"/>
                <a:cs typeface="Arial"/>
              </a:defRPr>
            </a:lvl8pPr>
            <a:lvl9pPr algn="l">
              <a:buNone/>
              <a:defRPr sz="1275" b="0">
                <a:solidFill>
                  <a:srgbClr val="24282C"/>
                </a:solidFill>
                <a:latin typeface="Arial"/>
                <a:ea typeface="Arial"/>
                <a:cs typeface="Arial"/>
              </a:defRPr>
            </a:lvl9pPr>
          </a:lstStyle>
          <a:p xmlns:a="http://schemas.openxmlformats.org/drawingml/2006/main">
            <a:pPr algn="l">
              <a:lnSpc>
                <a:spcPct val="112000"/>
              </a:lnSpc>
              <a:buNone/>
              <a:defRPr sz="1275" b="0">
                <a:solidFill>
                  <a:srgbClr val="24282C"/>
                </a:solidFill>
                <a:latin typeface="Arial"/>
                <a:ea typeface="Arial"/>
                <a:cs typeface="Arial"/>
              </a:defRPr>
            </a:pPr>
            <a:r>
              <a:rPr sz="1275" b="0">
                <a:solidFill>
                  <a:srgbClr val="24282C"/>
                </a:solidFill>
                <a:latin typeface="Times New Roman"/>
                <a:ea typeface="Times New Roman"/>
                <a:cs typeface="Times New Roman"/>
              </a:rPr>
              <a:t>Bloodstream infection that can cause shock and serious bleeding.</a:t>
            </a:r>
          </a:p>
        </p:txBody>
      </p:sp>
      <p:sp>
        <p:nvSpPr>
          <p:cNvPr id="12" name="矩形 11">
            <a:extLst xmlns:a="http://schemas.openxmlformats.org/drawingml/2006/main">
              <a:ext uri="{FF2B5EF4-FFF2-40B4-BE49-F238E27FC236}">
                <a16:creationId xmlns:a16="http://schemas.microsoft.com/office/drawing/2014/main" id="{69D556D9-7803-436A-BC03-234FD99D7008}"/>
              </a:ext>
            </a:extLst>
          </p:cNvPr>
          <p:cNvSpPr>
            <a:spLocks xmlns:a="http://schemas.openxmlformats.org/drawingml/2006/main" noGrp="1"/>
          </p:cNvSpPr>
          <p:nvPr/>
        </p:nvSpPr>
        <p:spPr>
          <a:xfrm xmlns:a="http://schemas.openxmlformats.org/drawingml/2006/main">
            <a:off x="1381125" y="3581400"/>
            <a:ext cx="9639300" cy="9525"/>
          </a:xfrm>
          <a:prstGeom xmlns:a="http://schemas.openxmlformats.org/drawingml/2006/main" prst="rect">
            <a:avLst/>
          </a:prstGeom>
          <a:solidFill xmlns:a="http://schemas.openxmlformats.org/drawingml/2006/main">
            <a:srgbClr val="C8D0D5"/>
          </a:solidFill>
          <a:ln xmlns:a="http://schemas.openxmlformats.org/drawingml/2006/main" w="0">
            <a:noFill/>
            <a:prstDash val="solid"/>
          </a:ln>
        </p:spPr>
      </p:sp>
      <p:sp>
        <p:nvSpPr>
          <p:cNvPr id="13" name="矩形 12">
            <a:extLst xmlns:a="http://schemas.openxmlformats.org/drawingml/2006/main">
              <a:ext uri="{FF2B5EF4-FFF2-40B4-BE49-F238E27FC236}">
                <a16:creationId xmlns:a16="http://schemas.microsoft.com/office/drawing/2014/main" id="{1D762875-AC53-456E-9229-CE67568FDFEA}"/>
              </a:ext>
            </a:extLst>
          </p:cNvPr>
          <p:cNvSpPr>
            <a:spLocks xmlns:a="http://schemas.openxmlformats.org/drawingml/2006/main" noGrp="1"/>
          </p:cNvSpPr>
          <p:nvPr/>
        </p:nvSpPr>
        <p:spPr>
          <a:xfrm xmlns:a="http://schemas.openxmlformats.org/drawingml/2006/main">
            <a:off x="590550" y="388620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650" b="1">
                <a:solidFill>
                  <a:srgbClr val="2878A5"/>
                </a:solidFill>
                <a:latin typeface="Arial"/>
                <a:ea typeface="Arial"/>
                <a:cs typeface="Arial"/>
              </a:defRPr>
            </a:defPPr>
            <a:lvl1pPr algn="l">
              <a:buNone/>
              <a:defRPr sz="1650" b="1">
                <a:solidFill>
                  <a:srgbClr val="2878A5"/>
                </a:solidFill>
                <a:latin typeface="Arial"/>
                <a:ea typeface="Arial"/>
                <a:cs typeface="Arial"/>
              </a:defRPr>
            </a:lvl1pPr>
            <a:lvl2pPr algn="l">
              <a:buNone/>
              <a:defRPr sz="1650" b="1">
                <a:solidFill>
                  <a:srgbClr val="2878A5"/>
                </a:solidFill>
                <a:latin typeface="Arial"/>
                <a:ea typeface="Arial"/>
                <a:cs typeface="Arial"/>
              </a:defRPr>
            </a:lvl2pPr>
            <a:lvl3pPr algn="l">
              <a:buNone/>
              <a:defRPr sz="1650" b="1">
                <a:solidFill>
                  <a:srgbClr val="2878A5"/>
                </a:solidFill>
                <a:latin typeface="Arial"/>
                <a:ea typeface="Arial"/>
                <a:cs typeface="Arial"/>
              </a:defRPr>
            </a:lvl3pPr>
            <a:lvl4pPr algn="l">
              <a:buNone/>
              <a:defRPr sz="1650" b="1">
                <a:solidFill>
                  <a:srgbClr val="2878A5"/>
                </a:solidFill>
                <a:latin typeface="Arial"/>
                <a:ea typeface="Arial"/>
                <a:cs typeface="Arial"/>
              </a:defRPr>
            </a:lvl4pPr>
            <a:lvl5pPr algn="l">
              <a:buNone/>
              <a:defRPr sz="1650" b="1">
                <a:solidFill>
                  <a:srgbClr val="2878A5"/>
                </a:solidFill>
                <a:latin typeface="Arial"/>
                <a:ea typeface="Arial"/>
                <a:cs typeface="Arial"/>
              </a:defRPr>
            </a:lvl5pPr>
            <a:lvl6pPr algn="l">
              <a:buNone/>
              <a:defRPr sz="1650" b="1">
                <a:solidFill>
                  <a:srgbClr val="2878A5"/>
                </a:solidFill>
                <a:latin typeface="Arial"/>
                <a:ea typeface="Arial"/>
                <a:cs typeface="Arial"/>
              </a:defRPr>
            </a:lvl6pPr>
            <a:lvl7pPr algn="l">
              <a:buNone/>
              <a:defRPr sz="1650" b="1">
                <a:solidFill>
                  <a:srgbClr val="2878A5"/>
                </a:solidFill>
                <a:latin typeface="Arial"/>
                <a:ea typeface="Arial"/>
                <a:cs typeface="Arial"/>
              </a:defRPr>
            </a:lvl7pPr>
            <a:lvl8pPr algn="l">
              <a:buNone/>
              <a:defRPr sz="1650" b="1">
                <a:solidFill>
                  <a:srgbClr val="2878A5"/>
                </a:solidFill>
                <a:latin typeface="Arial"/>
                <a:ea typeface="Arial"/>
                <a:cs typeface="Arial"/>
              </a:defRPr>
            </a:lvl8pPr>
            <a:lvl9pPr algn="l">
              <a:buNone/>
              <a:defRPr sz="1650" b="1">
                <a:solidFill>
                  <a:srgbClr val="2878A5"/>
                </a:solidFill>
                <a:latin typeface="Arial"/>
                <a:ea typeface="Arial"/>
                <a:cs typeface="Arial"/>
              </a:defRPr>
            </a:lvl9pPr>
          </a:lstStyle>
          <a:p xmlns:a="http://schemas.openxmlformats.org/drawingml/2006/main">
            <a:pPr algn="l">
              <a:lnSpc>
                <a:spcPct val="105000"/>
              </a:lnSpc>
              <a:buNone/>
              <a:defRPr sz="1650" b="1">
                <a:solidFill>
                  <a:srgbClr val="2878A5"/>
                </a:solidFill>
                <a:latin typeface="Arial"/>
                <a:ea typeface="Arial"/>
                <a:cs typeface="Arial"/>
              </a:defRPr>
            </a:pPr>
            <a:r>
              <a:rPr sz="1650" b="1">
                <a:solidFill>
                  <a:srgbClr val="2878A5"/>
                </a:solidFill>
                <a:latin typeface="Times New Roman"/>
                <a:ea typeface="Times New Roman"/>
                <a:cs typeface="Times New Roman"/>
              </a:rPr>
              <a:t>03</a:t>
            </a:r>
          </a:p>
        </p:txBody>
      </p:sp>
      <p:sp>
        <p:nvSpPr>
          <p:cNvPr id="14" name="矩形 13">
            <a:extLst xmlns:a="http://schemas.openxmlformats.org/drawingml/2006/main">
              <a:ext uri="{FF2B5EF4-FFF2-40B4-BE49-F238E27FC236}">
                <a16:creationId xmlns:a16="http://schemas.microsoft.com/office/drawing/2014/main" id="{EAE3EA65-D9A5-464C-892F-ECAEB31FF9CE}"/>
              </a:ext>
            </a:extLst>
          </p:cNvPr>
          <p:cNvSpPr>
            <a:spLocks xmlns:a="http://schemas.openxmlformats.org/drawingml/2006/main" noGrp="1"/>
          </p:cNvSpPr>
          <p:nvPr/>
        </p:nvSpPr>
        <p:spPr>
          <a:xfrm xmlns:a="http://schemas.openxmlformats.org/drawingml/2006/main">
            <a:off x="1381125" y="3876675"/>
            <a:ext cx="1952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53A5B"/>
                </a:solidFill>
                <a:latin typeface="Arial"/>
                <a:ea typeface="Arial"/>
                <a:cs typeface="Arial"/>
              </a:defRPr>
            </a:defPPr>
            <a:lvl1pPr algn="l">
              <a:buNone/>
              <a:defRPr sz="1425" b="1">
                <a:solidFill>
                  <a:srgbClr val="153A5B"/>
                </a:solidFill>
                <a:latin typeface="Arial"/>
                <a:ea typeface="Arial"/>
                <a:cs typeface="Arial"/>
              </a:defRPr>
            </a:lvl1pPr>
            <a:lvl2pPr algn="l">
              <a:buNone/>
              <a:defRPr sz="1425" b="1">
                <a:solidFill>
                  <a:srgbClr val="153A5B"/>
                </a:solidFill>
                <a:latin typeface="Arial"/>
                <a:ea typeface="Arial"/>
                <a:cs typeface="Arial"/>
              </a:defRPr>
            </a:lvl2pPr>
            <a:lvl3pPr algn="l">
              <a:buNone/>
              <a:defRPr sz="1425" b="1">
                <a:solidFill>
                  <a:srgbClr val="153A5B"/>
                </a:solidFill>
                <a:latin typeface="Arial"/>
                <a:ea typeface="Arial"/>
                <a:cs typeface="Arial"/>
              </a:defRPr>
            </a:lvl3pPr>
            <a:lvl4pPr algn="l">
              <a:buNone/>
              <a:defRPr sz="1425" b="1">
                <a:solidFill>
                  <a:srgbClr val="153A5B"/>
                </a:solidFill>
                <a:latin typeface="Arial"/>
                <a:ea typeface="Arial"/>
                <a:cs typeface="Arial"/>
              </a:defRPr>
            </a:lvl4pPr>
            <a:lvl5pPr algn="l">
              <a:buNone/>
              <a:defRPr sz="1425" b="1">
                <a:solidFill>
                  <a:srgbClr val="153A5B"/>
                </a:solidFill>
                <a:latin typeface="Arial"/>
                <a:ea typeface="Arial"/>
                <a:cs typeface="Arial"/>
              </a:defRPr>
            </a:lvl5pPr>
            <a:lvl6pPr algn="l">
              <a:buNone/>
              <a:defRPr sz="1425" b="1">
                <a:solidFill>
                  <a:srgbClr val="153A5B"/>
                </a:solidFill>
                <a:latin typeface="Arial"/>
                <a:ea typeface="Arial"/>
                <a:cs typeface="Arial"/>
              </a:defRPr>
            </a:lvl6pPr>
            <a:lvl7pPr algn="l">
              <a:buNone/>
              <a:defRPr sz="1425" b="1">
                <a:solidFill>
                  <a:srgbClr val="153A5B"/>
                </a:solidFill>
                <a:latin typeface="Arial"/>
                <a:ea typeface="Arial"/>
                <a:cs typeface="Arial"/>
              </a:defRPr>
            </a:lvl7pPr>
            <a:lvl8pPr algn="l">
              <a:buNone/>
              <a:defRPr sz="1425" b="1">
                <a:solidFill>
                  <a:srgbClr val="153A5B"/>
                </a:solidFill>
                <a:latin typeface="Arial"/>
                <a:ea typeface="Arial"/>
                <a:cs typeface="Arial"/>
              </a:defRPr>
            </a:lvl8pPr>
            <a:lvl9pPr algn="l">
              <a:buNone/>
              <a:defRPr sz="1425" b="1">
                <a:solidFill>
                  <a:srgbClr val="153A5B"/>
                </a:solidFill>
                <a:latin typeface="Arial"/>
                <a:ea typeface="Arial"/>
                <a:cs typeface="Arial"/>
              </a:defRPr>
            </a:lvl9pPr>
          </a:lstStyle>
          <a:p xmlns:a="http://schemas.openxmlformats.org/drawingml/2006/main">
            <a:pPr algn="l">
              <a:lnSpc>
                <a:spcPct val="105000"/>
              </a:lnSpc>
              <a:buNone/>
              <a:defRPr sz="1425" b="1">
                <a:solidFill>
                  <a:srgbClr val="153A5B"/>
                </a:solidFill>
                <a:latin typeface="Arial"/>
                <a:ea typeface="Arial"/>
                <a:cs typeface="Arial"/>
              </a:defRPr>
            </a:pPr>
            <a:r>
              <a:rPr sz="1425" b="1">
                <a:solidFill>
                  <a:srgbClr val="153A5B"/>
                </a:solidFill>
                <a:latin typeface="Times New Roman"/>
                <a:ea typeface="Times New Roman"/>
                <a:cs typeface="Times New Roman"/>
              </a:rPr>
              <a:t>Pneumonic</a:t>
            </a:r>
          </a:p>
        </p:txBody>
      </p:sp>
      <p:sp>
        <p:nvSpPr>
          <p:cNvPr id="15" name="矩形 14">
            <a:extLst xmlns:a="http://schemas.openxmlformats.org/drawingml/2006/main">
              <a:ext uri="{FF2B5EF4-FFF2-40B4-BE49-F238E27FC236}">
                <a16:creationId xmlns:a16="http://schemas.microsoft.com/office/drawing/2014/main" id="{87ACB6CB-B2CC-4524-8978-C1052CC860F6}"/>
              </a:ext>
            </a:extLst>
          </p:cNvPr>
          <p:cNvSpPr>
            <a:spLocks xmlns:a="http://schemas.openxmlformats.org/drawingml/2006/main" noGrp="1"/>
          </p:cNvSpPr>
          <p:nvPr/>
        </p:nvSpPr>
        <p:spPr>
          <a:xfrm xmlns:a="http://schemas.openxmlformats.org/drawingml/2006/main">
            <a:off x="3524250" y="3867150"/>
            <a:ext cx="7524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24282C"/>
                </a:solidFill>
                <a:latin typeface="Arial"/>
                <a:ea typeface="Arial"/>
                <a:cs typeface="Arial"/>
              </a:defRPr>
            </a:defPPr>
            <a:lvl1pPr algn="l">
              <a:buNone/>
              <a:defRPr sz="1275" b="0">
                <a:solidFill>
                  <a:srgbClr val="24282C"/>
                </a:solidFill>
                <a:latin typeface="Arial"/>
                <a:ea typeface="Arial"/>
                <a:cs typeface="Arial"/>
              </a:defRPr>
            </a:lvl1pPr>
            <a:lvl2pPr algn="l">
              <a:buNone/>
              <a:defRPr sz="1275" b="0">
                <a:solidFill>
                  <a:srgbClr val="24282C"/>
                </a:solidFill>
                <a:latin typeface="Arial"/>
                <a:ea typeface="Arial"/>
                <a:cs typeface="Arial"/>
              </a:defRPr>
            </a:lvl2pPr>
            <a:lvl3pPr algn="l">
              <a:buNone/>
              <a:defRPr sz="1275" b="0">
                <a:solidFill>
                  <a:srgbClr val="24282C"/>
                </a:solidFill>
                <a:latin typeface="Arial"/>
                <a:ea typeface="Arial"/>
                <a:cs typeface="Arial"/>
              </a:defRPr>
            </a:lvl3pPr>
            <a:lvl4pPr algn="l">
              <a:buNone/>
              <a:defRPr sz="1275" b="0">
                <a:solidFill>
                  <a:srgbClr val="24282C"/>
                </a:solidFill>
                <a:latin typeface="Arial"/>
                <a:ea typeface="Arial"/>
                <a:cs typeface="Arial"/>
              </a:defRPr>
            </a:lvl4pPr>
            <a:lvl5pPr algn="l">
              <a:buNone/>
              <a:defRPr sz="1275" b="0">
                <a:solidFill>
                  <a:srgbClr val="24282C"/>
                </a:solidFill>
                <a:latin typeface="Arial"/>
                <a:ea typeface="Arial"/>
                <a:cs typeface="Arial"/>
              </a:defRPr>
            </a:lvl5pPr>
            <a:lvl6pPr algn="l">
              <a:buNone/>
              <a:defRPr sz="1275" b="0">
                <a:solidFill>
                  <a:srgbClr val="24282C"/>
                </a:solidFill>
                <a:latin typeface="Arial"/>
                <a:ea typeface="Arial"/>
                <a:cs typeface="Arial"/>
              </a:defRPr>
            </a:lvl6pPr>
            <a:lvl7pPr algn="l">
              <a:buNone/>
              <a:defRPr sz="1275" b="0">
                <a:solidFill>
                  <a:srgbClr val="24282C"/>
                </a:solidFill>
                <a:latin typeface="Arial"/>
                <a:ea typeface="Arial"/>
                <a:cs typeface="Arial"/>
              </a:defRPr>
            </a:lvl7pPr>
            <a:lvl8pPr algn="l">
              <a:buNone/>
              <a:defRPr sz="1275" b="0">
                <a:solidFill>
                  <a:srgbClr val="24282C"/>
                </a:solidFill>
                <a:latin typeface="Arial"/>
                <a:ea typeface="Arial"/>
                <a:cs typeface="Arial"/>
              </a:defRPr>
            </a:lvl8pPr>
            <a:lvl9pPr algn="l">
              <a:buNone/>
              <a:defRPr sz="1275" b="0">
                <a:solidFill>
                  <a:srgbClr val="24282C"/>
                </a:solidFill>
                <a:latin typeface="Arial"/>
                <a:ea typeface="Arial"/>
                <a:cs typeface="Arial"/>
              </a:defRPr>
            </a:lvl9pPr>
          </a:lstStyle>
          <a:p xmlns:a="http://schemas.openxmlformats.org/drawingml/2006/main">
            <a:pPr algn="l">
              <a:lnSpc>
                <a:spcPct val="112000"/>
              </a:lnSpc>
              <a:buNone/>
              <a:defRPr sz="1275" b="0">
                <a:solidFill>
                  <a:srgbClr val="24282C"/>
                </a:solidFill>
                <a:latin typeface="Arial"/>
                <a:ea typeface="Arial"/>
                <a:cs typeface="Arial"/>
              </a:defRPr>
            </a:pPr>
            <a:r>
              <a:rPr sz="1275" b="0">
                <a:solidFill>
                  <a:srgbClr val="24282C"/>
                </a:solidFill>
                <a:latin typeface="Times New Roman"/>
                <a:ea typeface="Times New Roman"/>
                <a:cs typeface="Times New Roman"/>
              </a:rPr>
              <a:t>Lung infection. Respiratory droplets can spread infection during close contact.</a:t>
            </a:r>
          </a:p>
        </p:txBody>
      </p:sp>
      <p:sp>
        <p:nvSpPr>
          <p:cNvPr id="16" name="矩形 15">
            <a:extLst xmlns:a="http://schemas.openxmlformats.org/drawingml/2006/main">
              <a:ext uri="{FF2B5EF4-FFF2-40B4-BE49-F238E27FC236}">
                <a16:creationId xmlns:a16="http://schemas.microsoft.com/office/drawing/2014/main" id="{DA5DDB50-F75A-49B1-A3C0-D07EB89081EF}"/>
              </a:ext>
            </a:extLst>
          </p:cNvPr>
          <p:cNvSpPr>
            <a:spLocks xmlns:a="http://schemas.openxmlformats.org/drawingml/2006/main" noGrp="1"/>
          </p:cNvSpPr>
          <p:nvPr/>
        </p:nvSpPr>
        <p:spPr>
          <a:xfrm xmlns:a="http://schemas.openxmlformats.org/drawingml/2006/main">
            <a:off x="1381125" y="4476750"/>
            <a:ext cx="9639300" cy="9525"/>
          </a:xfrm>
          <a:prstGeom xmlns:a="http://schemas.openxmlformats.org/drawingml/2006/main" prst="rect">
            <a:avLst/>
          </a:prstGeom>
          <a:solidFill xmlns:a="http://schemas.openxmlformats.org/drawingml/2006/main">
            <a:srgbClr val="C8D0D5"/>
          </a:solidFill>
          <a:ln xmlns:a="http://schemas.openxmlformats.org/drawingml/2006/main" w="0">
            <a:noFill/>
            <a:prstDash val="solid"/>
          </a:ln>
        </p:spPr>
      </p:sp>
      <p:sp>
        <p:nvSpPr>
          <p:cNvPr id="17" name="矩形 16">
            <a:extLst xmlns:a="http://schemas.openxmlformats.org/drawingml/2006/main">
              <a:ext uri="{FF2B5EF4-FFF2-40B4-BE49-F238E27FC236}">
                <a16:creationId xmlns:a16="http://schemas.microsoft.com/office/drawing/2014/main" id="{2FE1C622-C4DF-445B-BB61-33BC8474D815}"/>
              </a:ext>
            </a:extLst>
          </p:cNvPr>
          <p:cNvSpPr>
            <a:spLocks xmlns:a="http://schemas.openxmlformats.org/drawingml/2006/main" noGrp="1"/>
          </p:cNvSpPr>
          <p:nvPr/>
        </p:nvSpPr>
        <p:spPr>
          <a:xfrm xmlns:a="http://schemas.openxmlformats.org/drawingml/2006/main">
            <a:off x="590550" y="478155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650" b="1">
                <a:solidFill>
                  <a:srgbClr val="2878A5"/>
                </a:solidFill>
                <a:latin typeface="Arial"/>
                <a:ea typeface="Arial"/>
                <a:cs typeface="Arial"/>
              </a:defRPr>
            </a:defPPr>
            <a:lvl1pPr algn="l">
              <a:buNone/>
              <a:defRPr sz="1650" b="1">
                <a:solidFill>
                  <a:srgbClr val="2878A5"/>
                </a:solidFill>
                <a:latin typeface="Arial"/>
                <a:ea typeface="Arial"/>
                <a:cs typeface="Arial"/>
              </a:defRPr>
            </a:lvl1pPr>
            <a:lvl2pPr algn="l">
              <a:buNone/>
              <a:defRPr sz="1650" b="1">
                <a:solidFill>
                  <a:srgbClr val="2878A5"/>
                </a:solidFill>
                <a:latin typeface="Arial"/>
                <a:ea typeface="Arial"/>
                <a:cs typeface="Arial"/>
              </a:defRPr>
            </a:lvl2pPr>
            <a:lvl3pPr algn="l">
              <a:buNone/>
              <a:defRPr sz="1650" b="1">
                <a:solidFill>
                  <a:srgbClr val="2878A5"/>
                </a:solidFill>
                <a:latin typeface="Arial"/>
                <a:ea typeface="Arial"/>
                <a:cs typeface="Arial"/>
              </a:defRPr>
            </a:lvl3pPr>
            <a:lvl4pPr algn="l">
              <a:buNone/>
              <a:defRPr sz="1650" b="1">
                <a:solidFill>
                  <a:srgbClr val="2878A5"/>
                </a:solidFill>
                <a:latin typeface="Arial"/>
                <a:ea typeface="Arial"/>
                <a:cs typeface="Arial"/>
              </a:defRPr>
            </a:lvl4pPr>
            <a:lvl5pPr algn="l">
              <a:buNone/>
              <a:defRPr sz="1650" b="1">
                <a:solidFill>
                  <a:srgbClr val="2878A5"/>
                </a:solidFill>
                <a:latin typeface="Arial"/>
                <a:ea typeface="Arial"/>
                <a:cs typeface="Arial"/>
              </a:defRPr>
            </a:lvl5pPr>
            <a:lvl6pPr algn="l">
              <a:buNone/>
              <a:defRPr sz="1650" b="1">
                <a:solidFill>
                  <a:srgbClr val="2878A5"/>
                </a:solidFill>
                <a:latin typeface="Arial"/>
                <a:ea typeface="Arial"/>
                <a:cs typeface="Arial"/>
              </a:defRPr>
            </a:lvl6pPr>
            <a:lvl7pPr algn="l">
              <a:buNone/>
              <a:defRPr sz="1650" b="1">
                <a:solidFill>
                  <a:srgbClr val="2878A5"/>
                </a:solidFill>
                <a:latin typeface="Arial"/>
                <a:ea typeface="Arial"/>
                <a:cs typeface="Arial"/>
              </a:defRPr>
            </a:lvl7pPr>
            <a:lvl8pPr algn="l">
              <a:buNone/>
              <a:defRPr sz="1650" b="1">
                <a:solidFill>
                  <a:srgbClr val="2878A5"/>
                </a:solidFill>
                <a:latin typeface="Arial"/>
                <a:ea typeface="Arial"/>
                <a:cs typeface="Arial"/>
              </a:defRPr>
            </a:lvl8pPr>
            <a:lvl9pPr algn="l">
              <a:buNone/>
              <a:defRPr sz="1650" b="1">
                <a:solidFill>
                  <a:srgbClr val="2878A5"/>
                </a:solidFill>
                <a:latin typeface="Arial"/>
                <a:ea typeface="Arial"/>
                <a:cs typeface="Arial"/>
              </a:defRPr>
            </a:lvl9pPr>
          </a:lstStyle>
          <a:p xmlns:a="http://schemas.openxmlformats.org/drawingml/2006/main">
            <a:pPr algn="l">
              <a:lnSpc>
                <a:spcPct val="105000"/>
              </a:lnSpc>
              <a:buNone/>
              <a:defRPr sz="1650" b="1">
                <a:solidFill>
                  <a:srgbClr val="2878A5"/>
                </a:solidFill>
                <a:latin typeface="Arial"/>
                <a:ea typeface="Arial"/>
                <a:cs typeface="Arial"/>
              </a:defRPr>
            </a:pPr>
            <a:r>
              <a:rPr sz="1650" b="1">
                <a:solidFill>
                  <a:srgbClr val="2878A5"/>
                </a:solidFill>
                <a:latin typeface="Times New Roman"/>
                <a:ea typeface="Times New Roman"/>
                <a:cs typeface="Times New Roman"/>
              </a:rPr>
              <a:t>04</a:t>
            </a:r>
          </a:p>
        </p:txBody>
      </p:sp>
      <p:sp>
        <p:nvSpPr>
          <p:cNvPr id="18" name="矩形 17">
            <a:extLst xmlns:a="http://schemas.openxmlformats.org/drawingml/2006/main">
              <a:ext uri="{FF2B5EF4-FFF2-40B4-BE49-F238E27FC236}">
                <a16:creationId xmlns:a16="http://schemas.microsoft.com/office/drawing/2014/main" id="{1CC2B36E-D4F5-4EDD-A601-6CF1022D3E41}"/>
              </a:ext>
            </a:extLst>
          </p:cNvPr>
          <p:cNvSpPr>
            <a:spLocks xmlns:a="http://schemas.openxmlformats.org/drawingml/2006/main" noGrp="1"/>
          </p:cNvSpPr>
          <p:nvPr/>
        </p:nvSpPr>
        <p:spPr>
          <a:xfrm xmlns:a="http://schemas.openxmlformats.org/drawingml/2006/main">
            <a:off x="1381125" y="4772025"/>
            <a:ext cx="1952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53A5B"/>
                </a:solidFill>
                <a:latin typeface="Arial"/>
                <a:ea typeface="Arial"/>
                <a:cs typeface="Arial"/>
              </a:defRPr>
            </a:defPPr>
            <a:lvl1pPr algn="l">
              <a:buNone/>
              <a:defRPr sz="1425" b="1">
                <a:solidFill>
                  <a:srgbClr val="153A5B"/>
                </a:solidFill>
                <a:latin typeface="Arial"/>
                <a:ea typeface="Arial"/>
                <a:cs typeface="Arial"/>
              </a:defRPr>
            </a:lvl1pPr>
            <a:lvl2pPr algn="l">
              <a:buNone/>
              <a:defRPr sz="1425" b="1">
                <a:solidFill>
                  <a:srgbClr val="153A5B"/>
                </a:solidFill>
                <a:latin typeface="Arial"/>
                <a:ea typeface="Arial"/>
                <a:cs typeface="Arial"/>
              </a:defRPr>
            </a:lvl2pPr>
            <a:lvl3pPr algn="l">
              <a:buNone/>
              <a:defRPr sz="1425" b="1">
                <a:solidFill>
                  <a:srgbClr val="153A5B"/>
                </a:solidFill>
                <a:latin typeface="Arial"/>
                <a:ea typeface="Arial"/>
                <a:cs typeface="Arial"/>
              </a:defRPr>
            </a:lvl3pPr>
            <a:lvl4pPr algn="l">
              <a:buNone/>
              <a:defRPr sz="1425" b="1">
                <a:solidFill>
                  <a:srgbClr val="153A5B"/>
                </a:solidFill>
                <a:latin typeface="Arial"/>
                <a:ea typeface="Arial"/>
                <a:cs typeface="Arial"/>
              </a:defRPr>
            </a:lvl4pPr>
            <a:lvl5pPr algn="l">
              <a:buNone/>
              <a:defRPr sz="1425" b="1">
                <a:solidFill>
                  <a:srgbClr val="153A5B"/>
                </a:solidFill>
                <a:latin typeface="Arial"/>
                <a:ea typeface="Arial"/>
                <a:cs typeface="Arial"/>
              </a:defRPr>
            </a:lvl5pPr>
            <a:lvl6pPr algn="l">
              <a:buNone/>
              <a:defRPr sz="1425" b="1">
                <a:solidFill>
                  <a:srgbClr val="153A5B"/>
                </a:solidFill>
                <a:latin typeface="Arial"/>
                <a:ea typeface="Arial"/>
                <a:cs typeface="Arial"/>
              </a:defRPr>
            </a:lvl6pPr>
            <a:lvl7pPr algn="l">
              <a:buNone/>
              <a:defRPr sz="1425" b="1">
                <a:solidFill>
                  <a:srgbClr val="153A5B"/>
                </a:solidFill>
                <a:latin typeface="Arial"/>
                <a:ea typeface="Arial"/>
                <a:cs typeface="Arial"/>
              </a:defRPr>
            </a:lvl7pPr>
            <a:lvl8pPr algn="l">
              <a:buNone/>
              <a:defRPr sz="1425" b="1">
                <a:solidFill>
                  <a:srgbClr val="153A5B"/>
                </a:solidFill>
                <a:latin typeface="Arial"/>
                <a:ea typeface="Arial"/>
                <a:cs typeface="Arial"/>
              </a:defRPr>
            </a:lvl8pPr>
            <a:lvl9pPr algn="l">
              <a:buNone/>
              <a:defRPr sz="1425" b="1">
                <a:solidFill>
                  <a:srgbClr val="153A5B"/>
                </a:solidFill>
                <a:latin typeface="Arial"/>
                <a:ea typeface="Arial"/>
                <a:cs typeface="Arial"/>
              </a:defRPr>
            </a:lvl9pPr>
          </a:lstStyle>
          <a:p xmlns:a="http://schemas.openxmlformats.org/drawingml/2006/main">
            <a:pPr algn="l">
              <a:lnSpc>
                <a:spcPct val="105000"/>
              </a:lnSpc>
              <a:buNone/>
              <a:defRPr sz="1425" b="1">
                <a:solidFill>
                  <a:srgbClr val="153A5B"/>
                </a:solidFill>
                <a:latin typeface="Arial"/>
                <a:ea typeface="Arial"/>
                <a:cs typeface="Arial"/>
              </a:defRPr>
            </a:pPr>
            <a:r>
              <a:rPr sz="1425" b="1">
                <a:solidFill>
                  <a:srgbClr val="153A5B"/>
                </a:solidFill>
                <a:latin typeface="Times New Roman"/>
                <a:ea typeface="Times New Roman"/>
                <a:cs typeface="Times New Roman"/>
              </a:rPr>
              <a:t>Progression</a:t>
            </a:r>
          </a:p>
        </p:txBody>
      </p:sp>
      <p:sp>
        <p:nvSpPr>
          <p:cNvPr id="19" name="矩形 18">
            <a:extLst xmlns:a="http://schemas.openxmlformats.org/drawingml/2006/main">
              <a:ext uri="{FF2B5EF4-FFF2-40B4-BE49-F238E27FC236}">
                <a16:creationId xmlns:a16="http://schemas.microsoft.com/office/drawing/2014/main" id="{6D97905C-1E13-49E5-9751-CD4E4925E923}"/>
              </a:ext>
            </a:extLst>
          </p:cNvPr>
          <p:cNvSpPr>
            <a:spLocks xmlns:a="http://schemas.openxmlformats.org/drawingml/2006/main" noGrp="1"/>
          </p:cNvSpPr>
          <p:nvPr/>
        </p:nvSpPr>
        <p:spPr>
          <a:xfrm xmlns:a="http://schemas.openxmlformats.org/drawingml/2006/main">
            <a:off x="3524250" y="4762500"/>
            <a:ext cx="7524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24282C"/>
                </a:solidFill>
                <a:latin typeface="Arial"/>
                <a:ea typeface="Arial"/>
                <a:cs typeface="Arial"/>
              </a:defRPr>
            </a:defPPr>
            <a:lvl1pPr algn="l">
              <a:buNone/>
              <a:defRPr sz="1275" b="0">
                <a:solidFill>
                  <a:srgbClr val="24282C"/>
                </a:solidFill>
                <a:latin typeface="Arial"/>
                <a:ea typeface="Arial"/>
                <a:cs typeface="Arial"/>
              </a:defRPr>
            </a:lvl1pPr>
            <a:lvl2pPr algn="l">
              <a:buNone/>
              <a:defRPr sz="1275" b="0">
                <a:solidFill>
                  <a:srgbClr val="24282C"/>
                </a:solidFill>
                <a:latin typeface="Arial"/>
                <a:ea typeface="Arial"/>
                <a:cs typeface="Arial"/>
              </a:defRPr>
            </a:lvl2pPr>
            <a:lvl3pPr algn="l">
              <a:buNone/>
              <a:defRPr sz="1275" b="0">
                <a:solidFill>
                  <a:srgbClr val="24282C"/>
                </a:solidFill>
                <a:latin typeface="Arial"/>
                <a:ea typeface="Arial"/>
                <a:cs typeface="Arial"/>
              </a:defRPr>
            </a:lvl3pPr>
            <a:lvl4pPr algn="l">
              <a:buNone/>
              <a:defRPr sz="1275" b="0">
                <a:solidFill>
                  <a:srgbClr val="24282C"/>
                </a:solidFill>
                <a:latin typeface="Arial"/>
                <a:ea typeface="Arial"/>
                <a:cs typeface="Arial"/>
              </a:defRPr>
            </a:lvl4pPr>
            <a:lvl5pPr algn="l">
              <a:buNone/>
              <a:defRPr sz="1275" b="0">
                <a:solidFill>
                  <a:srgbClr val="24282C"/>
                </a:solidFill>
                <a:latin typeface="Arial"/>
                <a:ea typeface="Arial"/>
                <a:cs typeface="Arial"/>
              </a:defRPr>
            </a:lvl5pPr>
            <a:lvl6pPr algn="l">
              <a:buNone/>
              <a:defRPr sz="1275" b="0">
                <a:solidFill>
                  <a:srgbClr val="24282C"/>
                </a:solidFill>
                <a:latin typeface="Arial"/>
                <a:ea typeface="Arial"/>
                <a:cs typeface="Arial"/>
              </a:defRPr>
            </a:lvl6pPr>
            <a:lvl7pPr algn="l">
              <a:buNone/>
              <a:defRPr sz="1275" b="0">
                <a:solidFill>
                  <a:srgbClr val="24282C"/>
                </a:solidFill>
                <a:latin typeface="Arial"/>
                <a:ea typeface="Arial"/>
                <a:cs typeface="Arial"/>
              </a:defRPr>
            </a:lvl7pPr>
            <a:lvl8pPr algn="l">
              <a:buNone/>
              <a:defRPr sz="1275" b="0">
                <a:solidFill>
                  <a:srgbClr val="24282C"/>
                </a:solidFill>
                <a:latin typeface="Arial"/>
                <a:ea typeface="Arial"/>
                <a:cs typeface="Arial"/>
              </a:defRPr>
            </a:lvl8pPr>
            <a:lvl9pPr algn="l">
              <a:buNone/>
              <a:defRPr sz="1275" b="0">
                <a:solidFill>
                  <a:srgbClr val="24282C"/>
                </a:solidFill>
                <a:latin typeface="Arial"/>
                <a:ea typeface="Arial"/>
                <a:cs typeface="Arial"/>
              </a:defRPr>
            </a:lvl9pPr>
          </a:lstStyle>
          <a:p xmlns:a="http://schemas.openxmlformats.org/drawingml/2006/main">
            <a:pPr algn="l">
              <a:lnSpc>
                <a:spcPct val="112000"/>
              </a:lnSpc>
              <a:buNone/>
              <a:defRPr sz="1275" b="0">
                <a:solidFill>
                  <a:srgbClr val="24282C"/>
                </a:solidFill>
                <a:latin typeface="Arial"/>
                <a:ea typeface="Arial"/>
                <a:cs typeface="Arial"/>
              </a:defRPr>
            </a:pPr>
            <a:r>
              <a:rPr sz="1275" b="0">
                <a:solidFill>
                  <a:srgbClr val="24282C"/>
                </a:solidFill>
                <a:latin typeface="Times New Roman"/>
                <a:ea typeface="Times New Roman"/>
                <a:cs typeface="Times New Roman"/>
              </a:rPr>
              <a:t>An untreated infection may spread to the bloodstream or lungs.</a:t>
            </a:r>
          </a:p>
        </p:txBody>
      </p:sp>
      <p:sp>
        <p:nvSpPr>
          <p:cNvPr id="20" name="矩形 19">
            <a:extLst xmlns:a="http://schemas.openxmlformats.org/drawingml/2006/main">
              <a:ext uri="{FF2B5EF4-FFF2-40B4-BE49-F238E27FC236}">
                <a16:creationId xmlns:a16="http://schemas.microsoft.com/office/drawing/2014/main" id="{BA464A92-5D89-43B9-BB17-4942954C7535}"/>
              </a:ext>
            </a:extLst>
          </p:cNvPr>
          <p:cNvSpPr>
            <a:spLocks xmlns:a="http://schemas.openxmlformats.org/drawingml/2006/main" noGrp="1"/>
          </p:cNvSpPr>
          <p:nvPr/>
        </p:nvSpPr>
        <p:spPr>
          <a:xfrm xmlns:a="http://schemas.openxmlformats.org/drawingml/2006/main">
            <a:off x="590550" y="5657850"/>
            <a:ext cx="11010900" cy="552450"/>
          </a:xfrm>
          <a:prstGeom xmlns:a="http://schemas.openxmlformats.org/drawingml/2006/main" prst="rect">
            <a:avLst/>
          </a:prstGeom>
          <a:solidFill xmlns:a="http://schemas.openxmlformats.org/drawingml/2006/main">
            <a:srgbClr val="E7F0F5"/>
          </a:solidFill>
          <a:ln xmlns:a="http://schemas.openxmlformats.org/drawingml/2006/main" w="0">
            <a:noFill/>
            <a:prstDash val="solid"/>
          </a:ln>
        </p:spPr>
      </p:sp>
      <p:sp>
        <p:nvSpPr>
          <p:cNvPr id="21" name="矩形 20">
            <a:extLst xmlns:a="http://schemas.openxmlformats.org/drawingml/2006/main">
              <a:ext uri="{FF2B5EF4-FFF2-40B4-BE49-F238E27FC236}">
                <a16:creationId xmlns:a16="http://schemas.microsoft.com/office/drawing/2014/main" id="{48AF2B5B-803E-4BAE-B343-B67FB8B36BA6}"/>
              </a:ext>
            </a:extLst>
          </p:cNvPr>
          <p:cNvSpPr>
            <a:spLocks xmlns:a="http://schemas.openxmlformats.org/drawingml/2006/main" noGrp="1"/>
          </p:cNvSpPr>
          <p:nvPr/>
        </p:nvSpPr>
        <p:spPr>
          <a:xfrm xmlns:a="http://schemas.openxmlformats.org/drawingml/2006/main">
            <a:off x="819150" y="5819775"/>
            <a:ext cx="9572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53A5B"/>
                </a:solidFill>
                <a:latin typeface="Arial"/>
                <a:ea typeface="Arial"/>
                <a:cs typeface="Arial"/>
              </a:defRPr>
            </a:defPPr>
            <a:lvl1pPr algn="l">
              <a:buNone/>
              <a:defRPr sz="1425" b="1">
                <a:solidFill>
                  <a:srgbClr val="153A5B"/>
                </a:solidFill>
                <a:latin typeface="Arial"/>
                <a:ea typeface="Arial"/>
                <a:cs typeface="Arial"/>
              </a:defRPr>
            </a:lvl1pPr>
            <a:lvl2pPr algn="l">
              <a:buNone/>
              <a:defRPr sz="1425" b="1">
                <a:solidFill>
                  <a:srgbClr val="153A5B"/>
                </a:solidFill>
                <a:latin typeface="Arial"/>
                <a:ea typeface="Arial"/>
                <a:cs typeface="Arial"/>
              </a:defRPr>
            </a:lvl2pPr>
            <a:lvl3pPr algn="l">
              <a:buNone/>
              <a:defRPr sz="1425" b="1">
                <a:solidFill>
                  <a:srgbClr val="153A5B"/>
                </a:solidFill>
                <a:latin typeface="Arial"/>
                <a:ea typeface="Arial"/>
                <a:cs typeface="Arial"/>
              </a:defRPr>
            </a:lvl3pPr>
            <a:lvl4pPr algn="l">
              <a:buNone/>
              <a:defRPr sz="1425" b="1">
                <a:solidFill>
                  <a:srgbClr val="153A5B"/>
                </a:solidFill>
                <a:latin typeface="Arial"/>
                <a:ea typeface="Arial"/>
                <a:cs typeface="Arial"/>
              </a:defRPr>
            </a:lvl4pPr>
            <a:lvl5pPr algn="l">
              <a:buNone/>
              <a:defRPr sz="1425" b="1">
                <a:solidFill>
                  <a:srgbClr val="153A5B"/>
                </a:solidFill>
                <a:latin typeface="Arial"/>
                <a:ea typeface="Arial"/>
                <a:cs typeface="Arial"/>
              </a:defRPr>
            </a:lvl5pPr>
            <a:lvl6pPr algn="l">
              <a:buNone/>
              <a:defRPr sz="1425" b="1">
                <a:solidFill>
                  <a:srgbClr val="153A5B"/>
                </a:solidFill>
                <a:latin typeface="Arial"/>
                <a:ea typeface="Arial"/>
                <a:cs typeface="Arial"/>
              </a:defRPr>
            </a:lvl6pPr>
            <a:lvl7pPr algn="l">
              <a:buNone/>
              <a:defRPr sz="1425" b="1">
                <a:solidFill>
                  <a:srgbClr val="153A5B"/>
                </a:solidFill>
                <a:latin typeface="Arial"/>
                <a:ea typeface="Arial"/>
                <a:cs typeface="Arial"/>
              </a:defRPr>
            </a:lvl7pPr>
            <a:lvl8pPr algn="l">
              <a:buNone/>
              <a:defRPr sz="1425" b="1">
                <a:solidFill>
                  <a:srgbClr val="153A5B"/>
                </a:solidFill>
                <a:latin typeface="Arial"/>
                <a:ea typeface="Arial"/>
                <a:cs typeface="Arial"/>
              </a:defRPr>
            </a:lvl8pPr>
            <a:lvl9pPr algn="l">
              <a:buNone/>
              <a:defRPr sz="1425" b="1">
                <a:solidFill>
                  <a:srgbClr val="153A5B"/>
                </a:solidFill>
                <a:latin typeface="Arial"/>
                <a:ea typeface="Arial"/>
                <a:cs typeface="Arial"/>
              </a:defRPr>
            </a:lvl9pPr>
          </a:lstStyle>
          <a:p xmlns:a="http://schemas.openxmlformats.org/drawingml/2006/main">
            <a:pPr algn="l">
              <a:lnSpc>
                <a:spcPct val="105000"/>
              </a:lnSpc>
              <a:buNone/>
              <a:defRPr sz="1425" b="1">
                <a:solidFill>
                  <a:srgbClr val="153A5B"/>
                </a:solidFill>
                <a:latin typeface="Arial"/>
                <a:ea typeface="Arial"/>
                <a:cs typeface="Arial"/>
              </a:defRPr>
            </a:pPr>
            <a:r>
              <a:rPr sz="1425" b="1">
                <a:solidFill>
                  <a:srgbClr val="153A5B"/>
                </a:solidFill>
                <a:latin typeface="Times New Roman"/>
                <a:ea typeface="Times New Roman"/>
                <a:cs typeface="Times New Roman"/>
              </a:rPr>
              <a:t>Every form of plague needs urgent medical treatment.</a:t>
            </a:r>
          </a:p>
        </p:txBody>
      </p:sp>
      <p:sp>
        <p:nvSpPr>
          <p:cNvPr id="23" name="矩形 22">
            <a:extLst xmlns:a="http://schemas.openxmlformats.org/drawingml/2006/main">
              <a:ext uri="{FF2B5EF4-FFF2-40B4-BE49-F238E27FC236}">
                <a16:creationId xmlns:a16="http://schemas.microsoft.com/office/drawing/2014/main" id="{66CDF6A1-B049-41F9-84FD-4F2853A0DBF0}"/>
              </a:ext>
            </a:extLst>
          </p:cNvPr>
          <p:cNvSpPr>
            <a:spLocks xmlns:a="http://schemas.openxmlformats.org/drawingml/2006/main" noGrp="1"/>
          </p:cNvSpPr>
          <p:nvPr/>
        </p:nvSpPr>
        <p:spPr>
          <a:xfrm xmlns:a="http://schemas.openxmlformats.org/drawingml/2006/main">
            <a:off x="11096625" y="6534150"/>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675" b="0">
                <a:solidFill>
                  <a:srgbClr val="66717B"/>
                </a:solidFill>
                <a:latin typeface="Arial"/>
                <a:ea typeface="Arial"/>
                <a:cs typeface="Arial"/>
              </a:defRPr>
            </a:defPPr>
            <a:lvl1pPr algn="r">
              <a:buNone/>
              <a:defRPr sz="675" b="0">
                <a:solidFill>
                  <a:srgbClr val="66717B"/>
                </a:solidFill>
                <a:latin typeface="Arial"/>
                <a:ea typeface="Arial"/>
                <a:cs typeface="Arial"/>
              </a:defRPr>
            </a:lvl1pPr>
            <a:lvl2pPr algn="r">
              <a:buNone/>
              <a:defRPr sz="675" b="0">
                <a:solidFill>
                  <a:srgbClr val="66717B"/>
                </a:solidFill>
                <a:latin typeface="Arial"/>
                <a:ea typeface="Arial"/>
                <a:cs typeface="Arial"/>
              </a:defRPr>
            </a:lvl2pPr>
            <a:lvl3pPr algn="r">
              <a:buNone/>
              <a:defRPr sz="675" b="0">
                <a:solidFill>
                  <a:srgbClr val="66717B"/>
                </a:solidFill>
                <a:latin typeface="Arial"/>
                <a:ea typeface="Arial"/>
                <a:cs typeface="Arial"/>
              </a:defRPr>
            </a:lvl3pPr>
            <a:lvl4pPr algn="r">
              <a:buNone/>
              <a:defRPr sz="675" b="0">
                <a:solidFill>
                  <a:srgbClr val="66717B"/>
                </a:solidFill>
                <a:latin typeface="Arial"/>
                <a:ea typeface="Arial"/>
                <a:cs typeface="Arial"/>
              </a:defRPr>
            </a:lvl4pPr>
            <a:lvl5pPr algn="r">
              <a:buNone/>
              <a:defRPr sz="675" b="0">
                <a:solidFill>
                  <a:srgbClr val="66717B"/>
                </a:solidFill>
                <a:latin typeface="Arial"/>
                <a:ea typeface="Arial"/>
                <a:cs typeface="Arial"/>
              </a:defRPr>
            </a:lvl5pPr>
            <a:lvl6pPr algn="r">
              <a:buNone/>
              <a:defRPr sz="675" b="0">
                <a:solidFill>
                  <a:srgbClr val="66717B"/>
                </a:solidFill>
                <a:latin typeface="Arial"/>
                <a:ea typeface="Arial"/>
                <a:cs typeface="Arial"/>
              </a:defRPr>
            </a:lvl6pPr>
            <a:lvl7pPr algn="r">
              <a:buNone/>
              <a:defRPr sz="675" b="0">
                <a:solidFill>
                  <a:srgbClr val="66717B"/>
                </a:solidFill>
                <a:latin typeface="Arial"/>
                <a:ea typeface="Arial"/>
                <a:cs typeface="Arial"/>
              </a:defRPr>
            </a:lvl7pPr>
            <a:lvl8pPr algn="r">
              <a:buNone/>
              <a:defRPr sz="675" b="0">
                <a:solidFill>
                  <a:srgbClr val="66717B"/>
                </a:solidFill>
                <a:latin typeface="Arial"/>
                <a:ea typeface="Arial"/>
                <a:cs typeface="Arial"/>
              </a:defRPr>
            </a:lvl8pPr>
            <a:lvl9pPr algn="r">
              <a:buNone/>
              <a:defRPr sz="675" b="0">
                <a:solidFill>
                  <a:srgbClr val="66717B"/>
                </a:solidFill>
                <a:latin typeface="Arial"/>
                <a:ea typeface="Arial"/>
                <a:cs typeface="Arial"/>
              </a:defRPr>
            </a:lvl9pPr>
          </a:lstStyle>
          <a:p xmlns:a="http://schemas.openxmlformats.org/drawingml/2006/main">
            <a:pPr algn="r">
              <a:lnSpc>
                <a:spcPct val="105000"/>
              </a:lnSpc>
              <a:buNone/>
              <a:defRPr sz="675" b="0">
                <a:solidFill>
                  <a:srgbClr val="66717B"/>
                </a:solidFill>
                <a:latin typeface="Arial"/>
                <a:ea typeface="Arial"/>
                <a:cs typeface="Arial"/>
              </a:defRPr>
            </a:pPr>
            <a:r>
              <a:rPr sz="675" b="0">
                <a:solidFill>
                  <a:srgbClr val="66717B"/>
                </a:solidFill>
                <a:latin typeface="Times New Roman"/>
                <a:ea typeface="Times New Roman"/>
                <a:cs typeface="Times New Roman"/>
              </a:rPr>
              <a:t>4</a:t>
            </a:r>
          </a:p>
        </p:txBody>
      </p:sp>
    </p:spTree>
    <p:extLst>
      <p:ext uri="{BB962C8B-B14F-4D97-AF65-F5344CB8AC3E}">
        <p14:creationId xmlns:p14="http://schemas.microsoft.com/office/powerpoint/2010/main" val="443257414"/>
      </p:ext>
    </p:extLst>
  </p:cSld>
</p:sld>
</file>

<file path=ppt/slides/slide5.xml><?xml version="1.0" encoding="utf-8"?>
<p:sld xmlns:p="http://schemas.openxmlformats.org/presentationml/2006/main">
  <p:cSld>
    <p:bg>
      <p:bgPr>
        <a:solidFill xmlns:a="http://schemas.openxmlformats.org/drawingml/2006/main">
          <a:srgbClr val="F6F7F7"/>
        </a:solidFill>
      </p:bgPr>
    </p:bg>
    <p:spTree>
      <p:nvGrpSpPr>
        <p:cNvPr id="1" name=""/>
        <p:cNvGrpSpPr/>
        <p:nvPr/>
      </p:nvGrpSpPr>
      <p:grpSpPr>
        <a:xfrm xmlns:a="http://schemas.openxmlformats.org/drawingml/2006/main"/>
      </p:grpSpPr>
      <p:sp>
        <p:nvSpPr>
          <p:cNvPr id="24" name="矩形 23">
            <a:extLst xmlns:a="http://schemas.openxmlformats.org/drawingml/2006/main">
              <a:ext uri="{FF2B5EF4-FFF2-40B4-BE49-F238E27FC236}">
                <a16:creationId xmlns:a16="http://schemas.microsoft.com/office/drawing/2014/main" id="{3DD9837A-2CDC-4D6D-B489-15631423E08F}"/>
              </a:ext>
            </a:extLst>
          </p:cNvPr>
          <p:cNvSpPr>
            <a:spLocks xmlns:a="http://schemas.openxmlformats.org/drawingml/2006/main" noGrp="1"/>
          </p:cNvSpPr>
          <p:nvPr/>
        </p:nvSpPr>
        <p:spPr>
          <a:xfrm xmlns:a="http://schemas.openxmlformats.org/drawingml/2006/main">
            <a:off x="590550" y="24765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825" b="1">
                <a:solidFill>
                  <a:srgbClr val="66717B"/>
                </a:solidFill>
                <a:latin typeface="Arial"/>
                <a:ea typeface="Arial"/>
                <a:cs typeface="Arial"/>
              </a:defRPr>
            </a:defPPr>
            <a:lvl1pPr algn="l">
              <a:buNone/>
              <a:defRPr sz="825" b="1">
                <a:solidFill>
                  <a:srgbClr val="66717B"/>
                </a:solidFill>
                <a:latin typeface="Arial"/>
                <a:ea typeface="Arial"/>
                <a:cs typeface="Arial"/>
              </a:defRPr>
            </a:lvl1pPr>
            <a:lvl2pPr algn="l">
              <a:buNone/>
              <a:defRPr sz="825" b="1">
                <a:solidFill>
                  <a:srgbClr val="66717B"/>
                </a:solidFill>
                <a:latin typeface="Arial"/>
                <a:ea typeface="Arial"/>
                <a:cs typeface="Arial"/>
              </a:defRPr>
            </a:lvl2pPr>
            <a:lvl3pPr algn="l">
              <a:buNone/>
              <a:defRPr sz="825" b="1">
                <a:solidFill>
                  <a:srgbClr val="66717B"/>
                </a:solidFill>
                <a:latin typeface="Arial"/>
                <a:ea typeface="Arial"/>
                <a:cs typeface="Arial"/>
              </a:defRPr>
            </a:lvl3pPr>
            <a:lvl4pPr algn="l">
              <a:buNone/>
              <a:defRPr sz="825" b="1">
                <a:solidFill>
                  <a:srgbClr val="66717B"/>
                </a:solidFill>
                <a:latin typeface="Arial"/>
                <a:ea typeface="Arial"/>
                <a:cs typeface="Arial"/>
              </a:defRPr>
            </a:lvl4pPr>
            <a:lvl5pPr algn="l">
              <a:buNone/>
              <a:defRPr sz="825" b="1">
                <a:solidFill>
                  <a:srgbClr val="66717B"/>
                </a:solidFill>
                <a:latin typeface="Arial"/>
                <a:ea typeface="Arial"/>
                <a:cs typeface="Arial"/>
              </a:defRPr>
            </a:lvl5pPr>
            <a:lvl6pPr algn="l">
              <a:buNone/>
              <a:defRPr sz="825" b="1">
                <a:solidFill>
                  <a:srgbClr val="66717B"/>
                </a:solidFill>
                <a:latin typeface="Arial"/>
                <a:ea typeface="Arial"/>
                <a:cs typeface="Arial"/>
              </a:defRPr>
            </a:lvl6pPr>
            <a:lvl7pPr algn="l">
              <a:buNone/>
              <a:defRPr sz="825" b="1">
                <a:solidFill>
                  <a:srgbClr val="66717B"/>
                </a:solidFill>
                <a:latin typeface="Arial"/>
                <a:ea typeface="Arial"/>
                <a:cs typeface="Arial"/>
              </a:defRPr>
            </a:lvl7pPr>
            <a:lvl8pPr algn="l">
              <a:buNone/>
              <a:defRPr sz="825" b="1">
                <a:solidFill>
                  <a:srgbClr val="66717B"/>
                </a:solidFill>
                <a:latin typeface="Arial"/>
                <a:ea typeface="Arial"/>
                <a:cs typeface="Arial"/>
              </a:defRPr>
            </a:lvl8pPr>
            <a:lvl9pPr algn="l">
              <a:buNone/>
              <a:defRPr sz="825" b="1">
                <a:solidFill>
                  <a:srgbClr val="66717B"/>
                </a:solidFill>
                <a:latin typeface="Arial"/>
                <a:ea typeface="Arial"/>
                <a:cs typeface="Arial"/>
              </a:defRPr>
            </a:lvl9pPr>
          </a:lstStyle>
          <a:p xmlns:a="http://schemas.openxmlformats.org/drawingml/2006/main">
            <a:pPr algn="l">
              <a:lnSpc>
                <a:spcPct val="105000"/>
              </a:lnSpc>
              <a:buNone/>
              <a:defRPr sz="825" b="1">
                <a:solidFill>
                  <a:srgbClr val="66717B"/>
                </a:solidFill>
                <a:latin typeface="Arial"/>
                <a:ea typeface="Arial"/>
                <a:cs typeface="Arial"/>
              </a:defRPr>
            </a:pPr>
            <a:r>
              <a:rPr sz="825" b="1">
                <a:solidFill>
                  <a:srgbClr val="66717B"/>
                </a:solidFill>
                <a:latin typeface="Times New Roman"/>
                <a:ea typeface="Times New Roman"/>
                <a:cs typeface="Times New Roman"/>
              </a:rPr>
              <a:t>UNIT 3  PREVENTION</a:t>
            </a:r>
          </a:p>
        </p:txBody>
      </p:sp>
      <p:sp>
        <p:nvSpPr>
          <p:cNvPr id="2" name="矩形 1">
            <a:extLst xmlns:a="http://schemas.openxmlformats.org/drawingml/2006/main">
              <a:ext uri="{FF2B5EF4-FFF2-40B4-BE49-F238E27FC236}">
                <a16:creationId xmlns:a16="http://schemas.microsoft.com/office/drawing/2014/main" id="{A90B5337-217F-4522-B2BB-4394D68884BE}"/>
              </a:ext>
            </a:extLst>
          </p:cNvPr>
          <p:cNvSpPr>
            <a:spLocks xmlns:a="http://schemas.openxmlformats.org/drawingml/2006/main" noGrp="1"/>
          </p:cNvSpPr>
          <p:nvPr/>
        </p:nvSpPr>
        <p:spPr>
          <a:xfrm xmlns:a="http://schemas.openxmlformats.org/drawingml/2006/main">
            <a:off x="590550" y="552450"/>
            <a:ext cx="981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53A5B"/>
                </a:solidFill>
                <a:latin typeface="Arial"/>
                <a:ea typeface="Arial"/>
                <a:cs typeface="Arial"/>
              </a:defRPr>
            </a:defPPr>
            <a:lvl1pPr algn="l">
              <a:buNone/>
              <a:defRPr sz="2550" b="1">
                <a:solidFill>
                  <a:srgbClr val="153A5B"/>
                </a:solidFill>
                <a:latin typeface="Arial"/>
                <a:ea typeface="Arial"/>
                <a:cs typeface="Arial"/>
              </a:defRPr>
            </a:lvl1pPr>
            <a:lvl2pPr algn="l">
              <a:buNone/>
              <a:defRPr sz="2550" b="1">
                <a:solidFill>
                  <a:srgbClr val="153A5B"/>
                </a:solidFill>
                <a:latin typeface="Arial"/>
                <a:ea typeface="Arial"/>
                <a:cs typeface="Arial"/>
              </a:defRPr>
            </a:lvl2pPr>
            <a:lvl3pPr algn="l">
              <a:buNone/>
              <a:defRPr sz="2550" b="1">
                <a:solidFill>
                  <a:srgbClr val="153A5B"/>
                </a:solidFill>
                <a:latin typeface="Arial"/>
                <a:ea typeface="Arial"/>
                <a:cs typeface="Arial"/>
              </a:defRPr>
            </a:lvl3pPr>
            <a:lvl4pPr algn="l">
              <a:buNone/>
              <a:defRPr sz="2550" b="1">
                <a:solidFill>
                  <a:srgbClr val="153A5B"/>
                </a:solidFill>
                <a:latin typeface="Arial"/>
                <a:ea typeface="Arial"/>
                <a:cs typeface="Arial"/>
              </a:defRPr>
            </a:lvl4pPr>
            <a:lvl5pPr algn="l">
              <a:buNone/>
              <a:defRPr sz="2550" b="1">
                <a:solidFill>
                  <a:srgbClr val="153A5B"/>
                </a:solidFill>
                <a:latin typeface="Arial"/>
                <a:ea typeface="Arial"/>
                <a:cs typeface="Arial"/>
              </a:defRPr>
            </a:lvl5pPr>
            <a:lvl6pPr algn="l">
              <a:buNone/>
              <a:defRPr sz="2550" b="1">
                <a:solidFill>
                  <a:srgbClr val="153A5B"/>
                </a:solidFill>
                <a:latin typeface="Arial"/>
                <a:ea typeface="Arial"/>
                <a:cs typeface="Arial"/>
              </a:defRPr>
            </a:lvl6pPr>
            <a:lvl7pPr algn="l">
              <a:buNone/>
              <a:defRPr sz="2550" b="1">
                <a:solidFill>
                  <a:srgbClr val="153A5B"/>
                </a:solidFill>
                <a:latin typeface="Arial"/>
                <a:ea typeface="Arial"/>
                <a:cs typeface="Arial"/>
              </a:defRPr>
            </a:lvl7pPr>
            <a:lvl8pPr algn="l">
              <a:buNone/>
              <a:defRPr sz="2550" b="1">
                <a:solidFill>
                  <a:srgbClr val="153A5B"/>
                </a:solidFill>
                <a:latin typeface="Arial"/>
                <a:ea typeface="Arial"/>
                <a:cs typeface="Arial"/>
              </a:defRPr>
            </a:lvl8pPr>
            <a:lvl9pPr algn="l">
              <a:buNone/>
              <a:defRPr sz="2550" b="1">
                <a:solidFill>
                  <a:srgbClr val="153A5B"/>
                </a:solidFill>
                <a:latin typeface="Arial"/>
                <a:ea typeface="Arial"/>
                <a:cs typeface="Arial"/>
              </a:defRPr>
            </a:lvl9pPr>
          </a:lstStyle>
          <a:p xmlns:a="http://schemas.openxmlformats.org/drawingml/2006/main">
            <a:pPr algn="l">
              <a:lnSpc>
                <a:spcPct val="105000"/>
              </a:lnSpc>
              <a:buNone/>
              <a:defRPr sz="2550" b="1">
                <a:solidFill>
                  <a:srgbClr val="153A5B"/>
                </a:solidFill>
                <a:latin typeface="Arial"/>
                <a:ea typeface="Arial"/>
                <a:cs typeface="Arial"/>
              </a:defRPr>
            </a:pPr>
            <a:r>
              <a:rPr sz="2550" b="1">
                <a:solidFill>
                  <a:srgbClr val="153A5B"/>
                </a:solidFill>
                <a:latin typeface="Times New Roman"/>
                <a:ea typeface="Times New Roman"/>
                <a:cs typeface="Times New Roman"/>
              </a:rPr>
              <a:t>Practical prevention</a:t>
            </a:r>
          </a:p>
        </p:txBody>
      </p:sp>
      <p:sp>
        <p:nvSpPr>
          <p:cNvPr id="3" name="矩形 2">
            <a:extLst xmlns:a="http://schemas.openxmlformats.org/drawingml/2006/main">
              <a:ext uri="{FF2B5EF4-FFF2-40B4-BE49-F238E27FC236}">
                <a16:creationId xmlns:a16="http://schemas.microsoft.com/office/drawing/2014/main" id="{7B7CB0A5-9B57-423D-960E-CE630C79F58E}"/>
              </a:ext>
            </a:extLst>
          </p:cNvPr>
          <p:cNvSpPr>
            <a:spLocks xmlns:a="http://schemas.openxmlformats.org/drawingml/2006/main" noGrp="1"/>
          </p:cNvSpPr>
          <p:nvPr/>
        </p:nvSpPr>
        <p:spPr>
          <a:xfrm xmlns:a="http://schemas.openxmlformats.org/drawingml/2006/main">
            <a:off x="590550" y="1104900"/>
            <a:ext cx="11010900" cy="9525"/>
          </a:xfrm>
          <a:prstGeom xmlns:a="http://schemas.openxmlformats.org/drawingml/2006/main" prst="rect">
            <a:avLst/>
          </a:prstGeom>
          <a:solidFill xmlns:a="http://schemas.openxmlformats.org/drawingml/2006/main">
            <a:srgbClr val="153A5B"/>
          </a:solidFill>
          <a:ln xmlns:a="http://schemas.openxmlformats.org/drawingml/2006/main" w="0">
            <a:noFill/>
            <a:prstDash val="solid"/>
          </a:ln>
        </p:spPr>
      </p:sp>
      <p:sp>
        <p:nvSpPr>
          <p:cNvPr id="5" name="矩形 4">
            <a:extLst xmlns:a="http://schemas.openxmlformats.org/drawingml/2006/main">
              <a:ext uri="{FF2B5EF4-FFF2-40B4-BE49-F238E27FC236}">
                <a16:creationId xmlns:a16="http://schemas.microsoft.com/office/drawing/2014/main" id="{ED2384A1-AB8F-47C8-A25F-A870EBF946B9}"/>
              </a:ext>
            </a:extLst>
          </p:cNvPr>
          <p:cNvSpPr>
            <a:spLocks xmlns:a="http://schemas.openxmlformats.org/drawingml/2006/main" noGrp="1"/>
          </p:cNvSpPr>
          <p:nvPr/>
        </p:nvSpPr>
        <p:spPr>
          <a:xfrm xmlns:a="http://schemas.openxmlformats.org/drawingml/2006/main">
            <a:off x="5867400" y="146685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125" b="1">
                <a:solidFill>
                  <a:srgbClr val="2878A5"/>
                </a:solidFill>
                <a:latin typeface="Arial"/>
                <a:ea typeface="Arial"/>
                <a:cs typeface="Arial"/>
              </a:defRPr>
            </a:defPPr>
            <a:lvl1pPr algn="l">
              <a:buNone/>
              <a:defRPr sz="1125" b="1">
                <a:solidFill>
                  <a:srgbClr val="2878A5"/>
                </a:solidFill>
                <a:latin typeface="Arial"/>
                <a:ea typeface="Arial"/>
                <a:cs typeface="Arial"/>
              </a:defRPr>
            </a:lvl1pPr>
            <a:lvl2pPr algn="l">
              <a:buNone/>
              <a:defRPr sz="1125" b="1">
                <a:solidFill>
                  <a:srgbClr val="2878A5"/>
                </a:solidFill>
                <a:latin typeface="Arial"/>
                <a:ea typeface="Arial"/>
                <a:cs typeface="Arial"/>
              </a:defRPr>
            </a:lvl2pPr>
            <a:lvl3pPr algn="l">
              <a:buNone/>
              <a:defRPr sz="1125" b="1">
                <a:solidFill>
                  <a:srgbClr val="2878A5"/>
                </a:solidFill>
                <a:latin typeface="Arial"/>
                <a:ea typeface="Arial"/>
                <a:cs typeface="Arial"/>
              </a:defRPr>
            </a:lvl3pPr>
            <a:lvl4pPr algn="l">
              <a:buNone/>
              <a:defRPr sz="1125" b="1">
                <a:solidFill>
                  <a:srgbClr val="2878A5"/>
                </a:solidFill>
                <a:latin typeface="Arial"/>
                <a:ea typeface="Arial"/>
                <a:cs typeface="Arial"/>
              </a:defRPr>
            </a:lvl4pPr>
            <a:lvl5pPr algn="l">
              <a:buNone/>
              <a:defRPr sz="1125" b="1">
                <a:solidFill>
                  <a:srgbClr val="2878A5"/>
                </a:solidFill>
                <a:latin typeface="Arial"/>
                <a:ea typeface="Arial"/>
                <a:cs typeface="Arial"/>
              </a:defRPr>
            </a:lvl5pPr>
            <a:lvl6pPr algn="l">
              <a:buNone/>
              <a:defRPr sz="1125" b="1">
                <a:solidFill>
                  <a:srgbClr val="2878A5"/>
                </a:solidFill>
                <a:latin typeface="Arial"/>
                <a:ea typeface="Arial"/>
                <a:cs typeface="Arial"/>
              </a:defRPr>
            </a:lvl6pPr>
            <a:lvl7pPr algn="l">
              <a:buNone/>
              <a:defRPr sz="1125" b="1">
                <a:solidFill>
                  <a:srgbClr val="2878A5"/>
                </a:solidFill>
                <a:latin typeface="Arial"/>
                <a:ea typeface="Arial"/>
                <a:cs typeface="Arial"/>
              </a:defRPr>
            </a:lvl7pPr>
            <a:lvl8pPr algn="l">
              <a:buNone/>
              <a:defRPr sz="1125" b="1">
                <a:solidFill>
                  <a:srgbClr val="2878A5"/>
                </a:solidFill>
                <a:latin typeface="Arial"/>
                <a:ea typeface="Arial"/>
                <a:cs typeface="Arial"/>
              </a:defRPr>
            </a:lvl8pPr>
            <a:lvl9pPr algn="l">
              <a:buNone/>
              <a:defRPr sz="1125" b="1">
                <a:solidFill>
                  <a:srgbClr val="2878A5"/>
                </a:solidFill>
                <a:latin typeface="Arial"/>
                <a:ea typeface="Arial"/>
                <a:cs typeface="Arial"/>
              </a:defRPr>
            </a:lvl9pPr>
          </a:lstStyle>
          <a:p xmlns:a="http://schemas.openxmlformats.org/drawingml/2006/main">
            <a:pPr algn="l">
              <a:lnSpc>
                <a:spcPct val="105000"/>
              </a:lnSpc>
              <a:buNone/>
              <a:defRPr sz="1125" b="1">
                <a:solidFill>
                  <a:srgbClr val="2878A5"/>
                </a:solidFill>
                <a:latin typeface="Arial"/>
                <a:ea typeface="Arial"/>
                <a:cs typeface="Arial"/>
              </a:defRPr>
            </a:pPr>
            <a:r>
              <a:rPr sz="1125" b="1">
                <a:solidFill>
                  <a:srgbClr val="2878A5"/>
                </a:solidFill>
                <a:latin typeface="Times New Roman"/>
                <a:ea typeface="Times New Roman"/>
                <a:cs typeface="Times New Roman"/>
              </a:rPr>
              <a:t>01</a:t>
            </a:r>
          </a:p>
        </p:txBody>
      </p:sp>
      <p:sp>
        <p:nvSpPr>
          <p:cNvPr id="6" name="矩形 5">
            <a:extLst xmlns:a="http://schemas.openxmlformats.org/drawingml/2006/main">
              <a:ext uri="{FF2B5EF4-FFF2-40B4-BE49-F238E27FC236}">
                <a16:creationId xmlns:a16="http://schemas.microsoft.com/office/drawing/2014/main" id="{5DBA21E2-90A4-4786-9C79-0D40D2950167}"/>
              </a:ext>
            </a:extLst>
          </p:cNvPr>
          <p:cNvSpPr>
            <a:spLocks xmlns:a="http://schemas.openxmlformats.org/drawingml/2006/main" noGrp="1"/>
          </p:cNvSpPr>
          <p:nvPr/>
        </p:nvSpPr>
        <p:spPr>
          <a:xfrm xmlns:a="http://schemas.openxmlformats.org/drawingml/2006/main">
            <a:off x="6419850" y="1447800"/>
            <a:ext cx="1952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53A5B"/>
                </a:solidFill>
                <a:latin typeface="Arial"/>
                <a:ea typeface="Arial"/>
                <a:cs typeface="Arial"/>
              </a:defRPr>
            </a:defPPr>
            <a:lvl1pPr algn="l">
              <a:buNone/>
              <a:defRPr sz="1425" b="1">
                <a:solidFill>
                  <a:srgbClr val="153A5B"/>
                </a:solidFill>
                <a:latin typeface="Arial"/>
                <a:ea typeface="Arial"/>
                <a:cs typeface="Arial"/>
              </a:defRPr>
            </a:lvl1pPr>
            <a:lvl2pPr algn="l">
              <a:buNone/>
              <a:defRPr sz="1425" b="1">
                <a:solidFill>
                  <a:srgbClr val="153A5B"/>
                </a:solidFill>
                <a:latin typeface="Arial"/>
                <a:ea typeface="Arial"/>
                <a:cs typeface="Arial"/>
              </a:defRPr>
            </a:lvl2pPr>
            <a:lvl3pPr algn="l">
              <a:buNone/>
              <a:defRPr sz="1425" b="1">
                <a:solidFill>
                  <a:srgbClr val="153A5B"/>
                </a:solidFill>
                <a:latin typeface="Arial"/>
                <a:ea typeface="Arial"/>
                <a:cs typeface="Arial"/>
              </a:defRPr>
            </a:lvl3pPr>
            <a:lvl4pPr algn="l">
              <a:buNone/>
              <a:defRPr sz="1425" b="1">
                <a:solidFill>
                  <a:srgbClr val="153A5B"/>
                </a:solidFill>
                <a:latin typeface="Arial"/>
                <a:ea typeface="Arial"/>
                <a:cs typeface="Arial"/>
              </a:defRPr>
            </a:lvl4pPr>
            <a:lvl5pPr algn="l">
              <a:buNone/>
              <a:defRPr sz="1425" b="1">
                <a:solidFill>
                  <a:srgbClr val="153A5B"/>
                </a:solidFill>
                <a:latin typeface="Arial"/>
                <a:ea typeface="Arial"/>
                <a:cs typeface="Arial"/>
              </a:defRPr>
            </a:lvl5pPr>
            <a:lvl6pPr algn="l">
              <a:buNone/>
              <a:defRPr sz="1425" b="1">
                <a:solidFill>
                  <a:srgbClr val="153A5B"/>
                </a:solidFill>
                <a:latin typeface="Arial"/>
                <a:ea typeface="Arial"/>
                <a:cs typeface="Arial"/>
              </a:defRPr>
            </a:lvl6pPr>
            <a:lvl7pPr algn="l">
              <a:buNone/>
              <a:defRPr sz="1425" b="1">
                <a:solidFill>
                  <a:srgbClr val="153A5B"/>
                </a:solidFill>
                <a:latin typeface="Arial"/>
                <a:ea typeface="Arial"/>
                <a:cs typeface="Arial"/>
              </a:defRPr>
            </a:lvl7pPr>
            <a:lvl8pPr algn="l">
              <a:buNone/>
              <a:defRPr sz="1425" b="1">
                <a:solidFill>
                  <a:srgbClr val="153A5B"/>
                </a:solidFill>
                <a:latin typeface="Arial"/>
                <a:ea typeface="Arial"/>
                <a:cs typeface="Arial"/>
              </a:defRPr>
            </a:lvl8pPr>
            <a:lvl9pPr algn="l">
              <a:buNone/>
              <a:defRPr sz="1425" b="1">
                <a:solidFill>
                  <a:srgbClr val="153A5B"/>
                </a:solidFill>
                <a:latin typeface="Arial"/>
                <a:ea typeface="Arial"/>
                <a:cs typeface="Arial"/>
              </a:defRPr>
            </a:lvl9pPr>
          </a:lstStyle>
          <a:p xmlns:a="http://schemas.openxmlformats.org/drawingml/2006/main">
            <a:pPr algn="l">
              <a:lnSpc>
                <a:spcPct val="105000"/>
              </a:lnSpc>
              <a:buNone/>
              <a:defRPr sz="1425" b="1">
                <a:solidFill>
                  <a:srgbClr val="153A5B"/>
                </a:solidFill>
                <a:latin typeface="Arial"/>
                <a:ea typeface="Arial"/>
                <a:cs typeface="Arial"/>
              </a:defRPr>
            </a:pPr>
            <a:r>
              <a:rPr sz="1425" b="1">
                <a:solidFill>
                  <a:srgbClr val="153A5B"/>
                </a:solidFill>
                <a:latin typeface="Times New Roman"/>
                <a:ea typeface="Times New Roman"/>
                <a:cs typeface="Times New Roman"/>
              </a:rPr>
              <a:t>Wild animals</a:t>
            </a:r>
          </a:p>
        </p:txBody>
      </p:sp>
      <p:sp>
        <p:nvSpPr>
          <p:cNvPr id="7" name="矩形 6">
            <a:extLst xmlns:a="http://schemas.openxmlformats.org/drawingml/2006/main">
              <a:ext uri="{FF2B5EF4-FFF2-40B4-BE49-F238E27FC236}">
                <a16:creationId xmlns:a16="http://schemas.microsoft.com/office/drawing/2014/main" id="{B52DB722-74E7-4E26-B3AD-D27861138D37}"/>
              </a:ext>
            </a:extLst>
          </p:cNvPr>
          <p:cNvSpPr>
            <a:spLocks xmlns:a="http://schemas.openxmlformats.org/drawingml/2006/main" noGrp="1"/>
          </p:cNvSpPr>
          <p:nvPr/>
        </p:nvSpPr>
        <p:spPr>
          <a:xfrm xmlns:a="http://schemas.openxmlformats.org/drawingml/2006/main">
            <a:off x="8420100" y="1438275"/>
            <a:ext cx="2781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24282C"/>
                </a:solidFill>
                <a:latin typeface="Arial"/>
                <a:ea typeface="Arial"/>
                <a:cs typeface="Arial"/>
              </a:defRPr>
            </a:defPPr>
            <a:lvl1pPr algn="l">
              <a:buNone/>
              <a:defRPr sz="1200" b="0">
                <a:solidFill>
                  <a:srgbClr val="24282C"/>
                </a:solidFill>
                <a:latin typeface="Arial"/>
                <a:ea typeface="Arial"/>
                <a:cs typeface="Arial"/>
              </a:defRPr>
            </a:lvl1pPr>
            <a:lvl2pPr algn="l">
              <a:buNone/>
              <a:defRPr sz="1200" b="0">
                <a:solidFill>
                  <a:srgbClr val="24282C"/>
                </a:solidFill>
                <a:latin typeface="Arial"/>
                <a:ea typeface="Arial"/>
                <a:cs typeface="Arial"/>
              </a:defRPr>
            </a:lvl2pPr>
            <a:lvl3pPr algn="l">
              <a:buNone/>
              <a:defRPr sz="1200" b="0">
                <a:solidFill>
                  <a:srgbClr val="24282C"/>
                </a:solidFill>
                <a:latin typeface="Arial"/>
                <a:ea typeface="Arial"/>
                <a:cs typeface="Arial"/>
              </a:defRPr>
            </a:lvl3pPr>
            <a:lvl4pPr algn="l">
              <a:buNone/>
              <a:defRPr sz="1200" b="0">
                <a:solidFill>
                  <a:srgbClr val="24282C"/>
                </a:solidFill>
                <a:latin typeface="Arial"/>
                <a:ea typeface="Arial"/>
                <a:cs typeface="Arial"/>
              </a:defRPr>
            </a:lvl4pPr>
            <a:lvl5pPr algn="l">
              <a:buNone/>
              <a:defRPr sz="1200" b="0">
                <a:solidFill>
                  <a:srgbClr val="24282C"/>
                </a:solidFill>
                <a:latin typeface="Arial"/>
                <a:ea typeface="Arial"/>
                <a:cs typeface="Arial"/>
              </a:defRPr>
            </a:lvl5pPr>
            <a:lvl6pPr algn="l">
              <a:buNone/>
              <a:defRPr sz="1200" b="0">
                <a:solidFill>
                  <a:srgbClr val="24282C"/>
                </a:solidFill>
                <a:latin typeface="Arial"/>
                <a:ea typeface="Arial"/>
                <a:cs typeface="Arial"/>
              </a:defRPr>
            </a:lvl6pPr>
            <a:lvl7pPr algn="l">
              <a:buNone/>
              <a:defRPr sz="1200" b="0">
                <a:solidFill>
                  <a:srgbClr val="24282C"/>
                </a:solidFill>
                <a:latin typeface="Arial"/>
                <a:ea typeface="Arial"/>
                <a:cs typeface="Arial"/>
              </a:defRPr>
            </a:lvl7pPr>
            <a:lvl8pPr algn="l">
              <a:buNone/>
              <a:defRPr sz="1200" b="0">
                <a:solidFill>
                  <a:srgbClr val="24282C"/>
                </a:solidFill>
                <a:latin typeface="Arial"/>
                <a:ea typeface="Arial"/>
                <a:cs typeface="Arial"/>
              </a:defRPr>
            </a:lvl8pPr>
            <a:lvl9pPr algn="l">
              <a:buNone/>
              <a:defRPr sz="1200" b="0">
                <a:solidFill>
                  <a:srgbClr val="24282C"/>
                </a:solidFill>
                <a:latin typeface="Arial"/>
                <a:ea typeface="Arial"/>
                <a:cs typeface="Arial"/>
              </a:defRPr>
            </a:lvl9pPr>
          </a:lstStyle>
          <a:p xmlns:a="http://schemas.openxmlformats.org/drawingml/2006/main">
            <a:pPr algn="l">
              <a:lnSpc>
                <a:spcPct val="113000"/>
              </a:lnSpc>
              <a:buNone/>
              <a:defRPr sz="1200" b="0">
                <a:solidFill>
                  <a:srgbClr val="24282C"/>
                </a:solidFill>
                <a:latin typeface="Arial"/>
                <a:ea typeface="Arial"/>
                <a:cs typeface="Arial"/>
              </a:defRPr>
            </a:pPr>
            <a:r>
              <a:rPr sz="1200" b="0">
                <a:solidFill>
                  <a:srgbClr val="24282C"/>
                </a:solidFill>
                <a:latin typeface="Times New Roman"/>
                <a:ea typeface="Times New Roman"/>
                <a:cs typeface="Times New Roman"/>
              </a:rPr>
              <a:t>Avoid handling sick or dead rodents</a:t>
            </a:r>
          </a:p>
        </p:txBody>
      </p:sp>
      <p:sp>
        <p:nvSpPr>
          <p:cNvPr id="8" name="矩形 7">
            <a:extLst xmlns:a="http://schemas.openxmlformats.org/drawingml/2006/main">
              <a:ext uri="{FF2B5EF4-FFF2-40B4-BE49-F238E27FC236}">
                <a16:creationId xmlns:a16="http://schemas.microsoft.com/office/drawing/2014/main" id="{39EC0A48-A69C-482B-BB14-3A332010F61B}"/>
              </a:ext>
            </a:extLst>
          </p:cNvPr>
          <p:cNvSpPr>
            <a:spLocks xmlns:a="http://schemas.openxmlformats.org/drawingml/2006/main" noGrp="1"/>
          </p:cNvSpPr>
          <p:nvPr/>
        </p:nvSpPr>
        <p:spPr>
          <a:xfrm xmlns:a="http://schemas.openxmlformats.org/drawingml/2006/main">
            <a:off x="6419850" y="2133600"/>
            <a:ext cx="4781550" cy="9525"/>
          </a:xfrm>
          <a:prstGeom xmlns:a="http://schemas.openxmlformats.org/drawingml/2006/main" prst="rect">
            <a:avLst/>
          </a:prstGeom>
          <a:solidFill xmlns:a="http://schemas.openxmlformats.org/drawingml/2006/main">
            <a:srgbClr val="C8D0D5"/>
          </a:solidFill>
          <a:ln xmlns:a="http://schemas.openxmlformats.org/drawingml/2006/main" w="0">
            <a:noFill/>
            <a:prstDash val="solid"/>
          </a:ln>
        </p:spPr>
      </p:sp>
      <p:sp>
        <p:nvSpPr>
          <p:cNvPr id="9" name="矩形 8">
            <a:extLst xmlns:a="http://schemas.openxmlformats.org/drawingml/2006/main">
              <a:ext uri="{FF2B5EF4-FFF2-40B4-BE49-F238E27FC236}">
                <a16:creationId xmlns:a16="http://schemas.microsoft.com/office/drawing/2014/main" id="{DDF0585E-381D-4911-B2ED-DAC7059AD7BD}"/>
              </a:ext>
            </a:extLst>
          </p:cNvPr>
          <p:cNvSpPr>
            <a:spLocks xmlns:a="http://schemas.openxmlformats.org/drawingml/2006/main" noGrp="1"/>
          </p:cNvSpPr>
          <p:nvPr/>
        </p:nvSpPr>
        <p:spPr>
          <a:xfrm xmlns:a="http://schemas.openxmlformats.org/drawingml/2006/main">
            <a:off x="5867400" y="249555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125" b="1">
                <a:solidFill>
                  <a:srgbClr val="2878A5"/>
                </a:solidFill>
                <a:latin typeface="Arial"/>
                <a:ea typeface="Arial"/>
                <a:cs typeface="Arial"/>
              </a:defRPr>
            </a:defPPr>
            <a:lvl1pPr algn="l">
              <a:buNone/>
              <a:defRPr sz="1125" b="1">
                <a:solidFill>
                  <a:srgbClr val="2878A5"/>
                </a:solidFill>
                <a:latin typeface="Arial"/>
                <a:ea typeface="Arial"/>
                <a:cs typeface="Arial"/>
              </a:defRPr>
            </a:lvl1pPr>
            <a:lvl2pPr algn="l">
              <a:buNone/>
              <a:defRPr sz="1125" b="1">
                <a:solidFill>
                  <a:srgbClr val="2878A5"/>
                </a:solidFill>
                <a:latin typeface="Arial"/>
                <a:ea typeface="Arial"/>
                <a:cs typeface="Arial"/>
              </a:defRPr>
            </a:lvl2pPr>
            <a:lvl3pPr algn="l">
              <a:buNone/>
              <a:defRPr sz="1125" b="1">
                <a:solidFill>
                  <a:srgbClr val="2878A5"/>
                </a:solidFill>
                <a:latin typeface="Arial"/>
                <a:ea typeface="Arial"/>
                <a:cs typeface="Arial"/>
              </a:defRPr>
            </a:lvl3pPr>
            <a:lvl4pPr algn="l">
              <a:buNone/>
              <a:defRPr sz="1125" b="1">
                <a:solidFill>
                  <a:srgbClr val="2878A5"/>
                </a:solidFill>
                <a:latin typeface="Arial"/>
                <a:ea typeface="Arial"/>
                <a:cs typeface="Arial"/>
              </a:defRPr>
            </a:lvl4pPr>
            <a:lvl5pPr algn="l">
              <a:buNone/>
              <a:defRPr sz="1125" b="1">
                <a:solidFill>
                  <a:srgbClr val="2878A5"/>
                </a:solidFill>
                <a:latin typeface="Arial"/>
                <a:ea typeface="Arial"/>
                <a:cs typeface="Arial"/>
              </a:defRPr>
            </a:lvl5pPr>
            <a:lvl6pPr algn="l">
              <a:buNone/>
              <a:defRPr sz="1125" b="1">
                <a:solidFill>
                  <a:srgbClr val="2878A5"/>
                </a:solidFill>
                <a:latin typeface="Arial"/>
                <a:ea typeface="Arial"/>
                <a:cs typeface="Arial"/>
              </a:defRPr>
            </a:lvl6pPr>
            <a:lvl7pPr algn="l">
              <a:buNone/>
              <a:defRPr sz="1125" b="1">
                <a:solidFill>
                  <a:srgbClr val="2878A5"/>
                </a:solidFill>
                <a:latin typeface="Arial"/>
                <a:ea typeface="Arial"/>
                <a:cs typeface="Arial"/>
              </a:defRPr>
            </a:lvl7pPr>
            <a:lvl8pPr algn="l">
              <a:buNone/>
              <a:defRPr sz="1125" b="1">
                <a:solidFill>
                  <a:srgbClr val="2878A5"/>
                </a:solidFill>
                <a:latin typeface="Arial"/>
                <a:ea typeface="Arial"/>
                <a:cs typeface="Arial"/>
              </a:defRPr>
            </a:lvl8pPr>
            <a:lvl9pPr algn="l">
              <a:buNone/>
              <a:defRPr sz="1125" b="1">
                <a:solidFill>
                  <a:srgbClr val="2878A5"/>
                </a:solidFill>
                <a:latin typeface="Arial"/>
                <a:ea typeface="Arial"/>
                <a:cs typeface="Arial"/>
              </a:defRPr>
            </a:lvl9pPr>
          </a:lstStyle>
          <a:p xmlns:a="http://schemas.openxmlformats.org/drawingml/2006/main">
            <a:pPr algn="l">
              <a:lnSpc>
                <a:spcPct val="105000"/>
              </a:lnSpc>
              <a:buNone/>
              <a:defRPr sz="1125" b="1">
                <a:solidFill>
                  <a:srgbClr val="2878A5"/>
                </a:solidFill>
                <a:latin typeface="Arial"/>
                <a:ea typeface="Arial"/>
                <a:cs typeface="Arial"/>
              </a:defRPr>
            </a:pPr>
            <a:r>
              <a:rPr sz="1125" b="1">
                <a:solidFill>
                  <a:srgbClr val="2878A5"/>
                </a:solidFill>
                <a:latin typeface="Times New Roman"/>
                <a:ea typeface="Times New Roman"/>
                <a:cs typeface="Times New Roman"/>
              </a:rPr>
              <a:t>02</a:t>
            </a:r>
          </a:p>
        </p:txBody>
      </p:sp>
      <p:sp>
        <p:nvSpPr>
          <p:cNvPr id="10" name="矩形 9">
            <a:extLst xmlns:a="http://schemas.openxmlformats.org/drawingml/2006/main">
              <a:ext uri="{FF2B5EF4-FFF2-40B4-BE49-F238E27FC236}">
                <a16:creationId xmlns:a16="http://schemas.microsoft.com/office/drawing/2014/main" id="{DC9FDE93-CAFB-44B0-8EE2-7D5A918EF194}"/>
              </a:ext>
            </a:extLst>
          </p:cNvPr>
          <p:cNvSpPr>
            <a:spLocks xmlns:a="http://schemas.openxmlformats.org/drawingml/2006/main" noGrp="1"/>
          </p:cNvSpPr>
          <p:nvPr/>
        </p:nvSpPr>
        <p:spPr>
          <a:xfrm xmlns:a="http://schemas.openxmlformats.org/drawingml/2006/main">
            <a:off x="6419850" y="2476500"/>
            <a:ext cx="1952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53A5B"/>
                </a:solidFill>
                <a:latin typeface="Arial"/>
                <a:ea typeface="Arial"/>
                <a:cs typeface="Arial"/>
              </a:defRPr>
            </a:defPPr>
            <a:lvl1pPr algn="l">
              <a:buNone/>
              <a:defRPr sz="1425" b="1">
                <a:solidFill>
                  <a:srgbClr val="153A5B"/>
                </a:solidFill>
                <a:latin typeface="Arial"/>
                <a:ea typeface="Arial"/>
                <a:cs typeface="Arial"/>
              </a:defRPr>
            </a:lvl1pPr>
            <a:lvl2pPr algn="l">
              <a:buNone/>
              <a:defRPr sz="1425" b="1">
                <a:solidFill>
                  <a:srgbClr val="153A5B"/>
                </a:solidFill>
                <a:latin typeface="Arial"/>
                <a:ea typeface="Arial"/>
                <a:cs typeface="Arial"/>
              </a:defRPr>
            </a:lvl2pPr>
            <a:lvl3pPr algn="l">
              <a:buNone/>
              <a:defRPr sz="1425" b="1">
                <a:solidFill>
                  <a:srgbClr val="153A5B"/>
                </a:solidFill>
                <a:latin typeface="Arial"/>
                <a:ea typeface="Arial"/>
                <a:cs typeface="Arial"/>
              </a:defRPr>
            </a:lvl3pPr>
            <a:lvl4pPr algn="l">
              <a:buNone/>
              <a:defRPr sz="1425" b="1">
                <a:solidFill>
                  <a:srgbClr val="153A5B"/>
                </a:solidFill>
                <a:latin typeface="Arial"/>
                <a:ea typeface="Arial"/>
                <a:cs typeface="Arial"/>
              </a:defRPr>
            </a:lvl4pPr>
            <a:lvl5pPr algn="l">
              <a:buNone/>
              <a:defRPr sz="1425" b="1">
                <a:solidFill>
                  <a:srgbClr val="153A5B"/>
                </a:solidFill>
                <a:latin typeface="Arial"/>
                <a:ea typeface="Arial"/>
                <a:cs typeface="Arial"/>
              </a:defRPr>
            </a:lvl5pPr>
            <a:lvl6pPr algn="l">
              <a:buNone/>
              <a:defRPr sz="1425" b="1">
                <a:solidFill>
                  <a:srgbClr val="153A5B"/>
                </a:solidFill>
                <a:latin typeface="Arial"/>
                <a:ea typeface="Arial"/>
                <a:cs typeface="Arial"/>
              </a:defRPr>
            </a:lvl6pPr>
            <a:lvl7pPr algn="l">
              <a:buNone/>
              <a:defRPr sz="1425" b="1">
                <a:solidFill>
                  <a:srgbClr val="153A5B"/>
                </a:solidFill>
                <a:latin typeface="Arial"/>
                <a:ea typeface="Arial"/>
                <a:cs typeface="Arial"/>
              </a:defRPr>
            </a:lvl7pPr>
            <a:lvl8pPr algn="l">
              <a:buNone/>
              <a:defRPr sz="1425" b="1">
                <a:solidFill>
                  <a:srgbClr val="153A5B"/>
                </a:solidFill>
                <a:latin typeface="Arial"/>
                <a:ea typeface="Arial"/>
                <a:cs typeface="Arial"/>
              </a:defRPr>
            </a:lvl8pPr>
            <a:lvl9pPr algn="l">
              <a:buNone/>
              <a:defRPr sz="1425" b="1">
                <a:solidFill>
                  <a:srgbClr val="153A5B"/>
                </a:solidFill>
                <a:latin typeface="Arial"/>
                <a:ea typeface="Arial"/>
                <a:cs typeface="Arial"/>
              </a:defRPr>
            </a:lvl9pPr>
          </a:lstStyle>
          <a:p xmlns:a="http://schemas.openxmlformats.org/drawingml/2006/main">
            <a:pPr algn="l">
              <a:lnSpc>
                <a:spcPct val="105000"/>
              </a:lnSpc>
              <a:buNone/>
              <a:defRPr sz="1425" b="1">
                <a:solidFill>
                  <a:srgbClr val="153A5B"/>
                </a:solidFill>
                <a:latin typeface="Arial"/>
                <a:ea typeface="Arial"/>
                <a:cs typeface="Arial"/>
              </a:defRPr>
            </a:pPr>
            <a:r>
              <a:rPr sz="1425" b="1">
                <a:solidFill>
                  <a:srgbClr val="153A5B"/>
                </a:solidFill>
                <a:latin typeface="Times New Roman"/>
                <a:ea typeface="Times New Roman"/>
                <a:cs typeface="Times New Roman"/>
              </a:rPr>
              <a:t>Flea bites</a:t>
            </a:r>
          </a:p>
        </p:txBody>
      </p:sp>
      <p:sp>
        <p:nvSpPr>
          <p:cNvPr id="11" name="矩形 10">
            <a:extLst xmlns:a="http://schemas.openxmlformats.org/drawingml/2006/main">
              <a:ext uri="{FF2B5EF4-FFF2-40B4-BE49-F238E27FC236}">
                <a16:creationId xmlns:a16="http://schemas.microsoft.com/office/drawing/2014/main" id="{A4386FF5-F4CF-480A-A261-A3E4B2B0F019}"/>
              </a:ext>
            </a:extLst>
          </p:cNvPr>
          <p:cNvSpPr>
            <a:spLocks xmlns:a="http://schemas.openxmlformats.org/drawingml/2006/main" noGrp="1"/>
          </p:cNvSpPr>
          <p:nvPr/>
        </p:nvSpPr>
        <p:spPr>
          <a:xfrm xmlns:a="http://schemas.openxmlformats.org/drawingml/2006/main">
            <a:off x="8420100" y="2466975"/>
            <a:ext cx="2781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24282C"/>
                </a:solidFill>
                <a:latin typeface="Arial"/>
                <a:ea typeface="Arial"/>
                <a:cs typeface="Arial"/>
              </a:defRPr>
            </a:defPPr>
            <a:lvl1pPr algn="l">
              <a:buNone/>
              <a:defRPr sz="1200" b="0">
                <a:solidFill>
                  <a:srgbClr val="24282C"/>
                </a:solidFill>
                <a:latin typeface="Arial"/>
                <a:ea typeface="Arial"/>
                <a:cs typeface="Arial"/>
              </a:defRPr>
            </a:lvl1pPr>
            <a:lvl2pPr algn="l">
              <a:buNone/>
              <a:defRPr sz="1200" b="0">
                <a:solidFill>
                  <a:srgbClr val="24282C"/>
                </a:solidFill>
                <a:latin typeface="Arial"/>
                <a:ea typeface="Arial"/>
                <a:cs typeface="Arial"/>
              </a:defRPr>
            </a:lvl2pPr>
            <a:lvl3pPr algn="l">
              <a:buNone/>
              <a:defRPr sz="1200" b="0">
                <a:solidFill>
                  <a:srgbClr val="24282C"/>
                </a:solidFill>
                <a:latin typeface="Arial"/>
                <a:ea typeface="Arial"/>
                <a:cs typeface="Arial"/>
              </a:defRPr>
            </a:lvl3pPr>
            <a:lvl4pPr algn="l">
              <a:buNone/>
              <a:defRPr sz="1200" b="0">
                <a:solidFill>
                  <a:srgbClr val="24282C"/>
                </a:solidFill>
                <a:latin typeface="Arial"/>
                <a:ea typeface="Arial"/>
                <a:cs typeface="Arial"/>
              </a:defRPr>
            </a:lvl4pPr>
            <a:lvl5pPr algn="l">
              <a:buNone/>
              <a:defRPr sz="1200" b="0">
                <a:solidFill>
                  <a:srgbClr val="24282C"/>
                </a:solidFill>
                <a:latin typeface="Arial"/>
                <a:ea typeface="Arial"/>
                <a:cs typeface="Arial"/>
              </a:defRPr>
            </a:lvl5pPr>
            <a:lvl6pPr algn="l">
              <a:buNone/>
              <a:defRPr sz="1200" b="0">
                <a:solidFill>
                  <a:srgbClr val="24282C"/>
                </a:solidFill>
                <a:latin typeface="Arial"/>
                <a:ea typeface="Arial"/>
                <a:cs typeface="Arial"/>
              </a:defRPr>
            </a:lvl6pPr>
            <a:lvl7pPr algn="l">
              <a:buNone/>
              <a:defRPr sz="1200" b="0">
                <a:solidFill>
                  <a:srgbClr val="24282C"/>
                </a:solidFill>
                <a:latin typeface="Arial"/>
                <a:ea typeface="Arial"/>
                <a:cs typeface="Arial"/>
              </a:defRPr>
            </a:lvl7pPr>
            <a:lvl8pPr algn="l">
              <a:buNone/>
              <a:defRPr sz="1200" b="0">
                <a:solidFill>
                  <a:srgbClr val="24282C"/>
                </a:solidFill>
                <a:latin typeface="Arial"/>
                <a:ea typeface="Arial"/>
                <a:cs typeface="Arial"/>
              </a:defRPr>
            </a:lvl8pPr>
            <a:lvl9pPr algn="l">
              <a:buNone/>
              <a:defRPr sz="1200" b="0">
                <a:solidFill>
                  <a:srgbClr val="24282C"/>
                </a:solidFill>
                <a:latin typeface="Arial"/>
                <a:ea typeface="Arial"/>
                <a:cs typeface="Arial"/>
              </a:defRPr>
            </a:lvl9pPr>
          </a:lstStyle>
          <a:p xmlns:a="http://schemas.openxmlformats.org/drawingml/2006/main">
            <a:pPr algn="l">
              <a:lnSpc>
                <a:spcPct val="113000"/>
              </a:lnSpc>
              <a:buNone/>
              <a:defRPr sz="1200" b="0">
                <a:solidFill>
                  <a:srgbClr val="24282C"/>
                </a:solidFill>
                <a:latin typeface="Arial"/>
                <a:ea typeface="Arial"/>
                <a:cs typeface="Arial"/>
              </a:defRPr>
            </a:pPr>
            <a:r>
              <a:rPr sz="1200" b="0">
                <a:solidFill>
                  <a:srgbClr val="24282C"/>
                </a:solidFill>
                <a:latin typeface="Times New Roman"/>
                <a:ea typeface="Times New Roman"/>
                <a:cs typeface="Times New Roman"/>
              </a:rPr>
              <a:t>Use repellent and suitable clothing</a:t>
            </a:r>
          </a:p>
        </p:txBody>
      </p:sp>
      <p:sp>
        <p:nvSpPr>
          <p:cNvPr id="12" name="矩形 11">
            <a:extLst xmlns:a="http://schemas.openxmlformats.org/drawingml/2006/main">
              <a:ext uri="{FF2B5EF4-FFF2-40B4-BE49-F238E27FC236}">
                <a16:creationId xmlns:a16="http://schemas.microsoft.com/office/drawing/2014/main" id="{C5AA0AF6-EB06-47DB-8A41-862E4D2CD45F}"/>
              </a:ext>
            </a:extLst>
          </p:cNvPr>
          <p:cNvSpPr>
            <a:spLocks xmlns:a="http://schemas.openxmlformats.org/drawingml/2006/main" noGrp="1"/>
          </p:cNvSpPr>
          <p:nvPr/>
        </p:nvSpPr>
        <p:spPr>
          <a:xfrm xmlns:a="http://schemas.openxmlformats.org/drawingml/2006/main">
            <a:off x="6419850" y="3162300"/>
            <a:ext cx="4781550" cy="9525"/>
          </a:xfrm>
          <a:prstGeom xmlns:a="http://schemas.openxmlformats.org/drawingml/2006/main" prst="rect">
            <a:avLst/>
          </a:prstGeom>
          <a:solidFill xmlns:a="http://schemas.openxmlformats.org/drawingml/2006/main">
            <a:srgbClr val="C8D0D5"/>
          </a:solidFill>
          <a:ln xmlns:a="http://schemas.openxmlformats.org/drawingml/2006/main" w="0">
            <a:noFill/>
            <a:prstDash val="solid"/>
          </a:ln>
        </p:spPr>
      </p:sp>
      <p:sp>
        <p:nvSpPr>
          <p:cNvPr id="13" name="矩形 12">
            <a:extLst xmlns:a="http://schemas.openxmlformats.org/drawingml/2006/main">
              <a:ext uri="{FF2B5EF4-FFF2-40B4-BE49-F238E27FC236}">
                <a16:creationId xmlns:a16="http://schemas.microsoft.com/office/drawing/2014/main" id="{FFF53AEE-1340-4596-AD72-321CDE4152B6}"/>
              </a:ext>
            </a:extLst>
          </p:cNvPr>
          <p:cNvSpPr>
            <a:spLocks xmlns:a="http://schemas.openxmlformats.org/drawingml/2006/main" noGrp="1"/>
          </p:cNvSpPr>
          <p:nvPr/>
        </p:nvSpPr>
        <p:spPr>
          <a:xfrm xmlns:a="http://schemas.openxmlformats.org/drawingml/2006/main">
            <a:off x="5867400" y="352425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125" b="1">
                <a:solidFill>
                  <a:srgbClr val="2878A5"/>
                </a:solidFill>
                <a:latin typeface="Arial"/>
                <a:ea typeface="Arial"/>
                <a:cs typeface="Arial"/>
              </a:defRPr>
            </a:defPPr>
            <a:lvl1pPr algn="l">
              <a:buNone/>
              <a:defRPr sz="1125" b="1">
                <a:solidFill>
                  <a:srgbClr val="2878A5"/>
                </a:solidFill>
                <a:latin typeface="Arial"/>
                <a:ea typeface="Arial"/>
                <a:cs typeface="Arial"/>
              </a:defRPr>
            </a:lvl1pPr>
            <a:lvl2pPr algn="l">
              <a:buNone/>
              <a:defRPr sz="1125" b="1">
                <a:solidFill>
                  <a:srgbClr val="2878A5"/>
                </a:solidFill>
                <a:latin typeface="Arial"/>
                <a:ea typeface="Arial"/>
                <a:cs typeface="Arial"/>
              </a:defRPr>
            </a:lvl2pPr>
            <a:lvl3pPr algn="l">
              <a:buNone/>
              <a:defRPr sz="1125" b="1">
                <a:solidFill>
                  <a:srgbClr val="2878A5"/>
                </a:solidFill>
                <a:latin typeface="Arial"/>
                <a:ea typeface="Arial"/>
                <a:cs typeface="Arial"/>
              </a:defRPr>
            </a:lvl3pPr>
            <a:lvl4pPr algn="l">
              <a:buNone/>
              <a:defRPr sz="1125" b="1">
                <a:solidFill>
                  <a:srgbClr val="2878A5"/>
                </a:solidFill>
                <a:latin typeface="Arial"/>
                <a:ea typeface="Arial"/>
                <a:cs typeface="Arial"/>
              </a:defRPr>
            </a:lvl4pPr>
            <a:lvl5pPr algn="l">
              <a:buNone/>
              <a:defRPr sz="1125" b="1">
                <a:solidFill>
                  <a:srgbClr val="2878A5"/>
                </a:solidFill>
                <a:latin typeface="Arial"/>
                <a:ea typeface="Arial"/>
                <a:cs typeface="Arial"/>
              </a:defRPr>
            </a:lvl5pPr>
            <a:lvl6pPr algn="l">
              <a:buNone/>
              <a:defRPr sz="1125" b="1">
                <a:solidFill>
                  <a:srgbClr val="2878A5"/>
                </a:solidFill>
                <a:latin typeface="Arial"/>
                <a:ea typeface="Arial"/>
                <a:cs typeface="Arial"/>
              </a:defRPr>
            </a:lvl6pPr>
            <a:lvl7pPr algn="l">
              <a:buNone/>
              <a:defRPr sz="1125" b="1">
                <a:solidFill>
                  <a:srgbClr val="2878A5"/>
                </a:solidFill>
                <a:latin typeface="Arial"/>
                <a:ea typeface="Arial"/>
                <a:cs typeface="Arial"/>
              </a:defRPr>
            </a:lvl7pPr>
            <a:lvl8pPr algn="l">
              <a:buNone/>
              <a:defRPr sz="1125" b="1">
                <a:solidFill>
                  <a:srgbClr val="2878A5"/>
                </a:solidFill>
                <a:latin typeface="Arial"/>
                <a:ea typeface="Arial"/>
                <a:cs typeface="Arial"/>
              </a:defRPr>
            </a:lvl8pPr>
            <a:lvl9pPr algn="l">
              <a:buNone/>
              <a:defRPr sz="1125" b="1">
                <a:solidFill>
                  <a:srgbClr val="2878A5"/>
                </a:solidFill>
                <a:latin typeface="Arial"/>
                <a:ea typeface="Arial"/>
                <a:cs typeface="Arial"/>
              </a:defRPr>
            </a:lvl9pPr>
          </a:lstStyle>
          <a:p xmlns:a="http://schemas.openxmlformats.org/drawingml/2006/main">
            <a:pPr algn="l">
              <a:lnSpc>
                <a:spcPct val="105000"/>
              </a:lnSpc>
              <a:buNone/>
              <a:defRPr sz="1125" b="1">
                <a:solidFill>
                  <a:srgbClr val="2878A5"/>
                </a:solidFill>
                <a:latin typeface="Arial"/>
                <a:ea typeface="Arial"/>
                <a:cs typeface="Arial"/>
              </a:defRPr>
            </a:pPr>
            <a:r>
              <a:rPr sz="1125" b="1">
                <a:solidFill>
                  <a:srgbClr val="2878A5"/>
                </a:solidFill>
                <a:latin typeface="Times New Roman"/>
                <a:ea typeface="Times New Roman"/>
                <a:cs typeface="Times New Roman"/>
              </a:rPr>
              <a:t>03</a:t>
            </a:r>
          </a:p>
        </p:txBody>
      </p:sp>
      <p:sp>
        <p:nvSpPr>
          <p:cNvPr id="14" name="矩形 13">
            <a:extLst xmlns:a="http://schemas.openxmlformats.org/drawingml/2006/main">
              <a:ext uri="{FF2B5EF4-FFF2-40B4-BE49-F238E27FC236}">
                <a16:creationId xmlns:a16="http://schemas.microsoft.com/office/drawing/2014/main" id="{0BFC7CFF-E1A9-46B8-9A85-1F5E6F68936F}"/>
              </a:ext>
            </a:extLst>
          </p:cNvPr>
          <p:cNvSpPr>
            <a:spLocks xmlns:a="http://schemas.openxmlformats.org/drawingml/2006/main" noGrp="1"/>
          </p:cNvSpPr>
          <p:nvPr/>
        </p:nvSpPr>
        <p:spPr>
          <a:xfrm xmlns:a="http://schemas.openxmlformats.org/drawingml/2006/main">
            <a:off x="6419850" y="3505200"/>
            <a:ext cx="1952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53A5B"/>
                </a:solidFill>
                <a:latin typeface="Arial"/>
                <a:ea typeface="Arial"/>
                <a:cs typeface="Arial"/>
              </a:defRPr>
            </a:defPPr>
            <a:lvl1pPr algn="l">
              <a:buNone/>
              <a:defRPr sz="1425" b="1">
                <a:solidFill>
                  <a:srgbClr val="153A5B"/>
                </a:solidFill>
                <a:latin typeface="Arial"/>
                <a:ea typeface="Arial"/>
                <a:cs typeface="Arial"/>
              </a:defRPr>
            </a:lvl1pPr>
            <a:lvl2pPr algn="l">
              <a:buNone/>
              <a:defRPr sz="1425" b="1">
                <a:solidFill>
                  <a:srgbClr val="153A5B"/>
                </a:solidFill>
                <a:latin typeface="Arial"/>
                <a:ea typeface="Arial"/>
                <a:cs typeface="Arial"/>
              </a:defRPr>
            </a:lvl2pPr>
            <a:lvl3pPr algn="l">
              <a:buNone/>
              <a:defRPr sz="1425" b="1">
                <a:solidFill>
                  <a:srgbClr val="153A5B"/>
                </a:solidFill>
                <a:latin typeface="Arial"/>
                <a:ea typeface="Arial"/>
                <a:cs typeface="Arial"/>
              </a:defRPr>
            </a:lvl3pPr>
            <a:lvl4pPr algn="l">
              <a:buNone/>
              <a:defRPr sz="1425" b="1">
                <a:solidFill>
                  <a:srgbClr val="153A5B"/>
                </a:solidFill>
                <a:latin typeface="Arial"/>
                <a:ea typeface="Arial"/>
                <a:cs typeface="Arial"/>
              </a:defRPr>
            </a:lvl4pPr>
            <a:lvl5pPr algn="l">
              <a:buNone/>
              <a:defRPr sz="1425" b="1">
                <a:solidFill>
                  <a:srgbClr val="153A5B"/>
                </a:solidFill>
                <a:latin typeface="Arial"/>
                <a:ea typeface="Arial"/>
                <a:cs typeface="Arial"/>
              </a:defRPr>
            </a:lvl5pPr>
            <a:lvl6pPr algn="l">
              <a:buNone/>
              <a:defRPr sz="1425" b="1">
                <a:solidFill>
                  <a:srgbClr val="153A5B"/>
                </a:solidFill>
                <a:latin typeface="Arial"/>
                <a:ea typeface="Arial"/>
                <a:cs typeface="Arial"/>
              </a:defRPr>
            </a:lvl6pPr>
            <a:lvl7pPr algn="l">
              <a:buNone/>
              <a:defRPr sz="1425" b="1">
                <a:solidFill>
                  <a:srgbClr val="153A5B"/>
                </a:solidFill>
                <a:latin typeface="Arial"/>
                <a:ea typeface="Arial"/>
                <a:cs typeface="Arial"/>
              </a:defRPr>
            </a:lvl7pPr>
            <a:lvl8pPr algn="l">
              <a:buNone/>
              <a:defRPr sz="1425" b="1">
                <a:solidFill>
                  <a:srgbClr val="153A5B"/>
                </a:solidFill>
                <a:latin typeface="Arial"/>
                <a:ea typeface="Arial"/>
                <a:cs typeface="Arial"/>
              </a:defRPr>
            </a:lvl8pPr>
            <a:lvl9pPr algn="l">
              <a:buNone/>
              <a:defRPr sz="1425" b="1">
                <a:solidFill>
                  <a:srgbClr val="153A5B"/>
                </a:solidFill>
                <a:latin typeface="Arial"/>
                <a:ea typeface="Arial"/>
                <a:cs typeface="Arial"/>
              </a:defRPr>
            </a:lvl9pPr>
          </a:lstStyle>
          <a:p xmlns:a="http://schemas.openxmlformats.org/drawingml/2006/main">
            <a:pPr algn="l">
              <a:lnSpc>
                <a:spcPct val="105000"/>
              </a:lnSpc>
              <a:buNone/>
              <a:defRPr sz="1425" b="1">
                <a:solidFill>
                  <a:srgbClr val="153A5B"/>
                </a:solidFill>
                <a:latin typeface="Arial"/>
                <a:ea typeface="Arial"/>
                <a:cs typeface="Arial"/>
              </a:defRPr>
            </a:pPr>
            <a:r>
              <a:rPr sz="1425" b="1">
                <a:solidFill>
                  <a:srgbClr val="153A5B"/>
                </a:solidFill>
                <a:latin typeface="Times New Roman"/>
                <a:ea typeface="Times New Roman"/>
                <a:cs typeface="Times New Roman"/>
              </a:rPr>
              <a:t>Pet care</a:t>
            </a:r>
          </a:p>
        </p:txBody>
      </p:sp>
      <p:sp>
        <p:nvSpPr>
          <p:cNvPr id="15" name="矩形 14">
            <a:extLst xmlns:a="http://schemas.openxmlformats.org/drawingml/2006/main">
              <a:ext uri="{FF2B5EF4-FFF2-40B4-BE49-F238E27FC236}">
                <a16:creationId xmlns:a16="http://schemas.microsoft.com/office/drawing/2014/main" id="{2C618C0B-D85C-49D5-B690-A7D88690CC4A}"/>
              </a:ext>
            </a:extLst>
          </p:cNvPr>
          <p:cNvSpPr>
            <a:spLocks xmlns:a="http://schemas.openxmlformats.org/drawingml/2006/main" noGrp="1"/>
          </p:cNvSpPr>
          <p:nvPr/>
        </p:nvSpPr>
        <p:spPr>
          <a:xfrm xmlns:a="http://schemas.openxmlformats.org/drawingml/2006/main">
            <a:off x="8420100" y="3495675"/>
            <a:ext cx="2781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24282C"/>
                </a:solidFill>
                <a:latin typeface="Arial"/>
                <a:ea typeface="Arial"/>
                <a:cs typeface="Arial"/>
              </a:defRPr>
            </a:defPPr>
            <a:lvl1pPr algn="l">
              <a:buNone/>
              <a:defRPr sz="1200" b="0">
                <a:solidFill>
                  <a:srgbClr val="24282C"/>
                </a:solidFill>
                <a:latin typeface="Arial"/>
                <a:ea typeface="Arial"/>
                <a:cs typeface="Arial"/>
              </a:defRPr>
            </a:lvl1pPr>
            <a:lvl2pPr algn="l">
              <a:buNone/>
              <a:defRPr sz="1200" b="0">
                <a:solidFill>
                  <a:srgbClr val="24282C"/>
                </a:solidFill>
                <a:latin typeface="Arial"/>
                <a:ea typeface="Arial"/>
                <a:cs typeface="Arial"/>
              </a:defRPr>
            </a:lvl2pPr>
            <a:lvl3pPr algn="l">
              <a:buNone/>
              <a:defRPr sz="1200" b="0">
                <a:solidFill>
                  <a:srgbClr val="24282C"/>
                </a:solidFill>
                <a:latin typeface="Arial"/>
                <a:ea typeface="Arial"/>
                <a:cs typeface="Arial"/>
              </a:defRPr>
            </a:lvl3pPr>
            <a:lvl4pPr algn="l">
              <a:buNone/>
              <a:defRPr sz="1200" b="0">
                <a:solidFill>
                  <a:srgbClr val="24282C"/>
                </a:solidFill>
                <a:latin typeface="Arial"/>
                <a:ea typeface="Arial"/>
                <a:cs typeface="Arial"/>
              </a:defRPr>
            </a:lvl4pPr>
            <a:lvl5pPr algn="l">
              <a:buNone/>
              <a:defRPr sz="1200" b="0">
                <a:solidFill>
                  <a:srgbClr val="24282C"/>
                </a:solidFill>
                <a:latin typeface="Arial"/>
                <a:ea typeface="Arial"/>
                <a:cs typeface="Arial"/>
              </a:defRPr>
            </a:lvl5pPr>
            <a:lvl6pPr algn="l">
              <a:buNone/>
              <a:defRPr sz="1200" b="0">
                <a:solidFill>
                  <a:srgbClr val="24282C"/>
                </a:solidFill>
                <a:latin typeface="Arial"/>
                <a:ea typeface="Arial"/>
                <a:cs typeface="Arial"/>
              </a:defRPr>
            </a:lvl6pPr>
            <a:lvl7pPr algn="l">
              <a:buNone/>
              <a:defRPr sz="1200" b="0">
                <a:solidFill>
                  <a:srgbClr val="24282C"/>
                </a:solidFill>
                <a:latin typeface="Arial"/>
                <a:ea typeface="Arial"/>
                <a:cs typeface="Arial"/>
              </a:defRPr>
            </a:lvl7pPr>
            <a:lvl8pPr algn="l">
              <a:buNone/>
              <a:defRPr sz="1200" b="0">
                <a:solidFill>
                  <a:srgbClr val="24282C"/>
                </a:solidFill>
                <a:latin typeface="Arial"/>
                <a:ea typeface="Arial"/>
                <a:cs typeface="Arial"/>
              </a:defRPr>
            </a:lvl8pPr>
            <a:lvl9pPr algn="l">
              <a:buNone/>
              <a:defRPr sz="1200" b="0">
                <a:solidFill>
                  <a:srgbClr val="24282C"/>
                </a:solidFill>
                <a:latin typeface="Arial"/>
                <a:ea typeface="Arial"/>
                <a:cs typeface="Arial"/>
              </a:defRPr>
            </a:lvl9pPr>
          </a:lstStyle>
          <a:p xmlns:a="http://schemas.openxmlformats.org/drawingml/2006/main">
            <a:pPr algn="l">
              <a:lnSpc>
                <a:spcPct val="113000"/>
              </a:lnSpc>
              <a:buNone/>
              <a:defRPr sz="1200" b="0">
                <a:solidFill>
                  <a:srgbClr val="24282C"/>
                </a:solidFill>
                <a:latin typeface="Arial"/>
                <a:ea typeface="Arial"/>
                <a:cs typeface="Arial"/>
              </a:defRPr>
            </a:pPr>
            <a:r>
              <a:rPr sz="1200" b="0">
                <a:solidFill>
                  <a:srgbClr val="24282C"/>
                </a:solidFill>
                <a:latin typeface="Times New Roman"/>
                <a:ea typeface="Times New Roman"/>
                <a:cs typeface="Times New Roman"/>
              </a:rPr>
              <a:t>Ask a vet about flea control</a:t>
            </a:r>
          </a:p>
        </p:txBody>
      </p:sp>
      <p:sp>
        <p:nvSpPr>
          <p:cNvPr id="16" name="矩形 15">
            <a:extLst xmlns:a="http://schemas.openxmlformats.org/drawingml/2006/main">
              <a:ext uri="{FF2B5EF4-FFF2-40B4-BE49-F238E27FC236}">
                <a16:creationId xmlns:a16="http://schemas.microsoft.com/office/drawing/2014/main" id="{B3D5369F-44E2-4F29-B9BE-A169256EC4D8}"/>
              </a:ext>
            </a:extLst>
          </p:cNvPr>
          <p:cNvSpPr>
            <a:spLocks xmlns:a="http://schemas.openxmlformats.org/drawingml/2006/main" noGrp="1"/>
          </p:cNvSpPr>
          <p:nvPr/>
        </p:nvSpPr>
        <p:spPr>
          <a:xfrm xmlns:a="http://schemas.openxmlformats.org/drawingml/2006/main">
            <a:off x="6419850" y="4191000"/>
            <a:ext cx="4781550" cy="9525"/>
          </a:xfrm>
          <a:prstGeom xmlns:a="http://schemas.openxmlformats.org/drawingml/2006/main" prst="rect">
            <a:avLst/>
          </a:prstGeom>
          <a:solidFill xmlns:a="http://schemas.openxmlformats.org/drawingml/2006/main">
            <a:srgbClr val="C8D0D5"/>
          </a:solidFill>
          <a:ln xmlns:a="http://schemas.openxmlformats.org/drawingml/2006/main" w="0">
            <a:noFill/>
            <a:prstDash val="solid"/>
          </a:ln>
        </p:spPr>
      </p:sp>
      <p:sp>
        <p:nvSpPr>
          <p:cNvPr id="17" name="矩形 16">
            <a:extLst xmlns:a="http://schemas.openxmlformats.org/drawingml/2006/main">
              <a:ext uri="{FF2B5EF4-FFF2-40B4-BE49-F238E27FC236}">
                <a16:creationId xmlns:a16="http://schemas.microsoft.com/office/drawing/2014/main" id="{7A7EE092-353D-4778-9828-D821B6F950A8}"/>
              </a:ext>
            </a:extLst>
          </p:cNvPr>
          <p:cNvSpPr>
            <a:spLocks xmlns:a="http://schemas.openxmlformats.org/drawingml/2006/main" noGrp="1"/>
          </p:cNvSpPr>
          <p:nvPr/>
        </p:nvSpPr>
        <p:spPr>
          <a:xfrm xmlns:a="http://schemas.openxmlformats.org/drawingml/2006/main">
            <a:off x="5867400" y="455295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125" b="1">
                <a:solidFill>
                  <a:srgbClr val="2878A5"/>
                </a:solidFill>
                <a:latin typeface="Arial"/>
                <a:ea typeface="Arial"/>
                <a:cs typeface="Arial"/>
              </a:defRPr>
            </a:defPPr>
            <a:lvl1pPr algn="l">
              <a:buNone/>
              <a:defRPr sz="1125" b="1">
                <a:solidFill>
                  <a:srgbClr val="2878A5"/>
                </a:solidFill>
                <a:latin typeface="Arial"/>
                <a:ea typeface="Arial"/>
                <a:cs typeface="Arial"/>
              </a:defRPr>
            </a:lvl1pPr>
            <a:lvl2pPr algn="l">
              <a:buNone/>
              <a:defRPr sz="1125" b="1">
                <a:solidFill>
                  <a:srgbClr val="2878A5"/>
                </a:solidFill>
                <a:latin typeface="Arial"/>
                <a:ea typeface="Arial"/>
                <a:cs typeface="Arial"/>
              </a:defRPr>
            </a:lvl2pPr>
            <a:lvl3pPr algn="l">
              <a:buNone/>
              <a:defRPr sz="1125" b="1">
                <a:solidFill>
                  <a:srgbClr val="2878A5"/>
                </a:solidFill>
                <a:latin typeface="Arial"/>
                <a:ea typeface="Arial"/>
                <a:cs typeface="Arial"/>
              </a:defRPr>
            </a:lvl3pPr>
            <a:lvl4pPr algn="l">
              <a:buNone/>
              <a:defRPr sz="1125" b="1">
                <a:solidFill>
                  <a:srgbClr val="2878A5"/>
                </a:solidFill>
                <a:latin typeface="Arial"/>
                <a:ea typeface="Arial"/>
                <a:cs typeface="Arial"/>
              </a:defRPr>
            </a:lvl4pPr>
            <a:lvl5pPr algn="l">
              <a:buNone/>
              <a:defRPr sz="1125" b="1">
                <a:solidFill>
                  <a:srgbClr val="2878A5"/>
                </a:solidFill>
                <a:latin typeface="Arial"/>
                <a:ea typeface="Arial"/>
                <a:cs typeface="Arial"/>
              </a:defRPr>
            </a:lvl5pPr>
            <a:lvl6pPr algn="l">
              <a:buNone/>
              <a:defRPr sz="1125" b="1">
                <a:solidFill>
                  <a:srgbClr val="2878A5"/>
                </a:solidFill>
                <a:latin typeface="Arial"/>
                <a:ea typeface="Arial"/>
                <a:cs typeface="Arial"/>
              </a:defRPr>
            </a:lvl6pPr>
            <a:lvl7pPr algn="l">
              <a:buNone/>
              <a:defRPr sz="1125" b="1">
                <a:solidFill>
                  <a:srgbClr val="2878A5"/>
                </a:solidFill>
                <a:latin typeface="Arial"/>
                <a:ea typeface="Arial"/>
                <a:cs typeface="Arial"/>
              </a:defRPr>
            </a:lvl7pPr>
            <a:lvl8pPr algn="l">
              <a:buNone/>
              <a:defRPr sz="1125" b="1">
                <a:solidFill>
                  <a:srgbClr val="2878A5"/>
                </a:solidFill>
                <a:latin typeface="Arial"/>
                <a:ea typeface="Arial"/>
                <a:cs typeface="Arial"/>
              </a:defRPr>
            </a:lvl8pPr>
            <a:lvl9pPr algn="l">
              <a:buNone/>
              <a:defRPr sz="1125" b="1">
                <a:solidFill>
                  <a:srgbClr val="2878A5"/>
                </a:solidFill>
                <a:latin typeface="Arial"/>
                <a:ea typeface="Arial"/>
                <a:cs typeface="Arial"/>
              </a:defRPr>
            </a:lvl9pPr>
          </a:lstStyle>
          <a:p xmlns:a="http://schemas.openxmlformats.org/drawingml/2006/main">
            <a:pPr algn="l">
              <a:lnSpc>
                <a:spcPct val="105000"/>
              </a:lnSpc>
              <a:buNone/>
              <a:defRPr sz="1125" b="1">
                <a:solidFill>
                  <a:srgbClr val="2878A5"/>
                </a:solidFill>
                <a:latin typeface="Arial"/>
                <a:ea typeface="Arial"/>
                <a:cs typeface="Arial"/>
              </a:defRPr>
            </a:pPr>
            <a:r>
              <a:rPr sz="1125" b="1">
                <a:solidFill>
                  <a:srgbClr val="2878A5"/>
                </a:solidFill>
                <a:latin typeface="Times New Roman"/>
                <a:ea typeface="Times New Roman"/>
                <a:cs typeface="Times New Roman"/>
              </a:rPr>
              <a:t>04</a:t>
            </a:r>
          </a:p>
        </p:txBody>
      </p:sp>
      <p:sp>
        <p:nvSpPr>
          <p:cNvPr id="18" name="矩形 17">
            <a:extLst xmlns:a="http://schemas.openxmlformats.org/drawingml/2006/main">
              <a:ext uri="{FF2B5EF4-FFF2-40B4-BE49-F238E27FC236}">
                <a16:creationId xmlns:a16="http://schemas.microsoft.com/office/drawing/2014/main" id="{CAF7D2FA-C164-430D-8D63-FDA2DB8BE771}"/>
              </a:ext>
            </a:extLst>
          </p:cNvPr>
          <p:cNvSpPr>
            <a:spLocks xmlns:a="http://schemas.openxmlformats.org/drawingml/2006/main" noGrp="1"/>
          </p:cNvSpPr>
          <p:nvPr/>
        </p:nvSpPr>
        <p:spPr>
          <a:xfrm xmlns:a="http://schemas.openxmlformats.org/drawingml/2006/main">
            <a:off x="6419850" y="4533900"/>
            <a:ext cx="1952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53A5B"/>
                </a:solidFill>
                <a:latin typeface="Arial"/>
                <a:ea typeface="Arial"/>
                <a:cs typeface="Arial"/>
              </a:defRPr>
            </a:defPPr>
            <a:lvl1pPr algn="l">
              <a:buNone/>
              <a:defRPr sz="1425" b="1">
                <a:solidFill>
                  <a:srgbClr val="153A5B"/>
                </a:solidFill>
                <a:latin typeface="Arial"/>
                <a:ea typeface="Arial"/>
                <a:cs typeface="Arial"/>
              </a:defRPr>
            </a:lvl1pPr>
            <a:lvl2pPr algn="l">
              <a:buNone/>
              <a:defRPr sz="1425" b="1">
                <a:solidFill>
                  <a:srgbClr val="153A5B"/>
                </a:solidFill>
                <a:latin typeface="Arial"/>
                <a:ea typeface="Arial"/>
                <a:cs typeface="Arial"/>
              </a:defRPr>
            </a:lvl2pPr>
            <a:lvl3pPr algn="l">
              <a:buNone/>
              <a:defRPr sz="1425" b="1">
                <a:solidFill>
                  <a:srgbClr val="153A5B"/>
                </a:solidFill>
                <a:latin typeface="Arial"/>
                <a:ea typeface="Arial"/>
                <a:cs typeface="Arial"/>
              </a:defRPr>
            </a:lvl3pPr>
            <a:lvl4pPr algn="l">
              <a:buNone/>
              <a:defRPr sz="1425" b="1">
                <a:solidFill>
                  <a:srgbClr val="153A5B"/>
                </a:solidFill>
                <a:latin typeface="Arial"/>
                <a:ea typeface="Arial"/>
                <a:cs typeface="Arial"/>
              </a:defRPr>
            </a:lvl4pPr>
            <a:lvl5pPr algn="l">
              <a:buNone/>
              <a:defRPr sz="1425" b="1">
                <a:solidFill>
                  <a:srgbClr val="153A5B"/>
                </a:solidFill>
                <a:latin typeface="Arial"/>
                <a:ea typeface="Arial"/>
                <a:cs typeface="Arial"/>
              </a:defRPr>
            </a:lvl5pPr>
            <a:lvl6pPr algn="l">
              <a:buNone/>
              <a:defRPr sz="1425" b="1">
                <a:solidFill>
                  <a:srgbClr val="153A5B"/>
                </a:solidFill>
                <a:latin typeface="Arial"/>
                <a:ea typeface="Arial"/>
                <a:cs typeface="Arial"/>
              </a:defRPr>
            </a:lvl6pPr>
            <a:lvl7pPr algn="l">
              <a:buNone/>
              <a:defRPr sz="1425" b="1">
                <a:solidFill>
                  <a:srgbClr val="153A5B"/>
                </a:solidFill>
                <a:latin typeface="Arial"/>
                <a:ea typeface="Arial"/>
                <a:cs typeface="Arial"/>
              </a:defRPr>
            </a:lvl7pPr>
            <a:lvl8pPr algn="l">
              <a:buNone/>
              <a:defRPr sz="1425" b="1">
                <a:solidFill>
                  <a:srgbClr val="153A5B"/>
                </a:solidFill>
                <a:latin typeface="Arial"/>
                <a:ea typeface="Arial"/>
                <a:cs typeface="Arial"/>
              </a:defRPr>
            </a:lvl8pPr>
            <a:lvl9pPr algn="l">
              <a:buNone/>
              <a:defRPr sz="1425" b="1">
                <a:solidFill>
                  <a:srgbClr val="153A5B"/>
                </a:solidFill>
                <a:latin typeface="Arial"/>
                <a:ea typeface="Arial"/>
                <a:cs typeface="Arial"/>
              </a:defRPr>
            </a:lvl9pPr>
          </a:lstStyle>
          <a:p xmlns:a="http://schemas.openxmlformats.org/drawingml/2006/main">
            <a:pPr algn="l">
              <a:lnSpc>
                <a:spcPct val="105000"/>
              </a:lnSpc>
              <a:buNone/>
              <a:defRPr sz="1425" b="1">
                <a:solidFill>
                  <a:srgbClr val="153A5B"/>
                </a:solidFill>
                <a:latin typeface="Arial"/>
                <a:ea typeface="Arial"/>
                <a:cs typeface="Arial"/>
              </a:defRPr>
            </a:pPr>
            <a:r>
              <a:rPr sz="1425" b="1">
                <a:solidFill>
                  <a:srgbClr val="153A5B"/>
                </a:solidFill>
                <a:latin typeface="Times New Roman"/>
                <a:ea typeface="Times New Roman"/>
                <a:cs typeface="Times New Roman"/>
              </a:rPr>
              <a:t>Around home</a:t>
            </a:r>
          </a:p>
        </p:txBody>
      </p:sp>
      <p:sp>
        <p:nvSpPr>
          <p:cNvPr id="19" name="矩形 18">
            <a:extLst xmlns:a="http://schemas.openxmlformats.org/drawingml/2006/main">
              <a:ext uri="{FF2B5EF4-FFF2-40B4-BE49-F238E27FC236}">
                <a16:creationId xmlns:a16="http://schemas.microsoft.com/office/drawing/2014/main" id="{DCD97F3F-D6A6-4809-A11F-3F73E863E40F}"/>
              </a:ext>
            </a:extLst>
          </p:cNvPr>
          <p:cNvSpPr>
            <a:spLocks xmlns:a="http://schemas.openxmlformats.org/drawingml/2006/main" noGrp="1"/>
          </p:cNvSpPr>
          <p:nvPr/>
        </p:nvSpPr>
        <p:spPr>
          <a:xfrm xmlns:a="http://schemas.openxmlformats.org/drawingml/2006/main">
            <a:off x="8420100" y="4524375"/>
            <a:ext cx="2781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24282C"/>
                </a:solidFill>
                <a:latin typeface="Arial"/>
                <a:ea typeface="Arial"/>
                <a:cs typeface="Arial"/>
              </a:defRPr>
            </a:defPPr>
            <a:lvl1pPr algn="l">
              <a:buNone/>
              <a:defRPr sz="1200" b="0">
                <a:solidFill>
                  <a:srgbClr val="24282C"/>
                </a:solidFill>
                <a:latin typeface="Arial"/>
                <a:ea typeface="Arial"/>
                <a:cs typeface="Arial"/>
              </a:defRPr>
            </a:lvl1pPr>
            <a:lvl2pPr algn="l">
              <a:buNone/>
              <a:defRPr sz="1200" b="0">
                <a:solidFill>
                  <a:srgbClr val="24282C"/>
                </a:solidFill>
                <a:latin typeface="Arial"/>
                <a:ea typeface="Arial"/>
                <a:cs typeface="Arial"/>
              </a:defRPr>
            </a:lvl2pPr>
            <a:lvl3pPr algn="l">
              <a:buNone/>
              <a:defRPr sz="1200" b="0">
                <a:solidFill>
                  <a:srgbClr val="24282C"/>
                </a:solidFill>
                <a:latin typeface="Arial"/>
                <a:ea typeface="Arial"/>
                <a:cs typeface="Arial"/>
              </a:defRPr>
            </a:lvl3pPr>
            <a:lvl4pPr algn="l">
              <a:buNone/>
              <a:defRPr sz="1200" b="0">
                <a:solidFill>
                  <a:srgbClr val="24282C"/>
                </a:solidFill>
                <a:latin typeface="Arial"/>
                <a:ea typeface="Arial"/>
                <a:cs typeface="Arial"/>
              </a:defRPr>
            </a:lvl4pPr>
            <a:lvl5pPr algn="l">
              <a:buNone/>
              <a:defRPr sz="1200" b="0">
                <a:solidFill>
                  <a:srgbClr val="24282C"/>
                </a:solidFill>
                <a:latin typeface="Arial"/>
                <a:ea typeface="Arial"/>
                <a:cs typeface="Arial"/>
              </a:defRPr>
            </a:lvl5pPr>
            <a:lvl6pPr algn="l">
              <a:buNone/>
              <a:defRPr sz="1200" b="0">
                <a:solidFill>
                  <a:srgbClr val="24282C"/>
                </a:solidFill>
                <a:latin typeface="Arial"/>
                <a:ea typeface="Arial"/>
                <a:cs typeface="Arial"/>
              </a:defRPr>
            </a:lvl6pPr>
            <a:lvl7pPr algn="l">
              <a:buNone/>
              <a:defRPr sz="1200" b="0">
                <a:solidFill>
                  <a:srgbClr val="24282C"/>
                </a:solidFill>
                <a:latin typeface="Arial"/>
                <a:ea typeface="Arial"/>
                <a:cs typeface="Arial"/>
              </a:defRPr>
            </a:lvl7pPr>
            <a:lvl8pPr algn="l">
              <a:buNone/>
              <a:defRPr sz="1200" b="0">
                <a:solidFill>
                  <a:srgbClr val="24282C"/>
                </a:solidFill>
                <a:latin typeface="Arial"/>
                <a:ea typeface="Arial"/>
                <a:cs typeface="Arial"/>
              </a:defRPr>
            </a:lvl8pPr>
            <a:lvl9pPr algn="l">
              <a:buNone/>
              <a:defRPr sz="1200" b="0">
                <a:solidFill>
                  <a:srgbClr val="24282C"/>
                </a:solidFill>
                <a:latin typeface="Arial"/>
                <a:ea typeface="Arial"/>
                <a:cs typeface="Arial"/>
              </a:defRPr>
            </a:lvl9pPr>
          </a:lstStyle>
          <a:p xmlns:a="http://schemas.openxmlformats.org/drawingml/2006/main">
            <a:pPr algn="l">
              <a:lnSpc>
                <a:spcPct val="113000"/>
              </a:lnSpc>
              <a:buNone/>
              <a:defRPr sz="1200" b="0">
                <a:solidFill>
                  <a:srgbClr val="24282C"/>
                </a:solidFill>
                <a:latin typeface="Arial"/>
                <a:ea typeface="Arial"/>
                <a:cs typeface="Arial"/>
              </a:defRPr>
            </a:pPr>
            <a:r>
              <a:rPr sz="1200" b="0">
                <a:solidFill>
                  <a:srgbClr val="24282C"/>
                </a:solidFill>
                <a:latin typeface="Times New Roman"/>
                <a:ea typeface="Times New Roman"/>
                <a:cs typeface="Times New Roman"/>
              </a:rPr>
              <a:t>Store food safely and reduce rodent hiding places</a:t>
            </a:r>
          </a:p>
        </p:txBody>
      </p:sp>
      <p:sp>
        <p:nvSpPr>
          <p:cNvPr id="20" name="矩形 19">
            <a:extLst xmlns:a="http://schemas.openxmlformats.org/drawingml/2006/main">
              <a:ext uri="{FF2B5EF4-FFF2-40B4-BE49-F238E27FC236}">
                <a16:creationId xmlns:a16="http://schemas.microsoft.com/office/drawing/2014/main" id="{81DC53BD-0FF0-4282-9C60-90FBCA9A3451}"/>
              </a:ext>
            </a:extLst>
          </p:cNvPr>
          <p:cNvSpPr>
            <a:spLocks xmlns:a="http://schemas.openxmlformats.org/drawingml/2006/main" noGrp="1"/>
          </p:cNvSpPr>
          <p:nvPr/>
        </p:nvSpPr>
        <p:spPr>
          <a:xfrm xmlns:a="http://schemas.openxmlformats.org/drawingml/2006/main">
            <a:off x="5867400" y="5600700"/>
            <a:ext cx="5334000" cy="590550"/>
          </a:xfrm>
          <a:prstGeom xmlns:a="http://schemas.openxmlformats.org/drawingml/2006/main" prst="rect">
            <a:avLst/>
          </a:prstGeom>
          <a:solidFill xmlns:a="http://schemas.openxmlformats.org/drawingml/2006/main">
            <a:srgbClr val="E7F1EF"/>
          </a:solidFill>
          <a:ln xmlns:a="http://schemas.openxmlformats.org/drawingml/2006/main" w="0">
            <a:noFill/>
            <a:prstDash val="solid"/>
          </a:ln>
        </p:spPr>
      </p:sp>
      <p:sp>
        <p:nvSpPr>
          <p:cNvPr id="21" name="矩形 20">
            <a:extLst xmlns:a="http://schemas.openxmlformats.org/drawingml/2006/main">
              <a:ext uri="{FF2B5EF4-FFF2-40B4-BE49-F238E27FC236}">
                <a16:creationId xmlns:a16="http://schemas.microsoft.com/office/drawing/2014/main" id="{437AF8DD-A85C-45E8-B530-E31F0DE65A14}"/>
              </a:ext>
            </a:extLst>
          </p:cNvPr>
          <p:cNvSpPr>
            <a:spLocks xmlns:a="http://schemas.openxmlformats.org/drawingml/2006/main" noGrp="1"/>
          </p:cNvSpPr>
          <p:nvPr/>
        </p:nvSpPr>
        <p:spPr>
          <a:xfrm xmlns:a="http://schemas.openxmlformats.org/drawingml/2006/main">
            <a:off x="6096000" y="5781675"/>
            <a:ext cx="4810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153A5B"/>
                </a:solidFill>
                <a:latin typeface="Arial"/>
                <a:ea typeface="Arial"/>
                <a:cs typeface="Arial"/>
              </a:defRPr>
            </a:defPPr>
            <a:lvl1pPr algn="l">
              <a:buNone/>
              <a:defRPr sz="1350" b="1">
                <a:solidFill>
                  <a:srgbClr val="153A5B"/>
                </a:solidFill>
                <a:latin typeface="Arial"/>
                <a:ea typeface="Arial"/>
                <a:cs typeface="Arial"/>
              </a:defRPr>
            </a:lvl1pPr>
            <a:lvl2pPr algn="l">
              <a:buNone/>
              <a:defRPr sz="1350" b="1">
                <a:solidFill>
                  <a:srgbClr val="153A5B"/>
                </a:solidFill>
                <a:latin typeface="Arial"/>
                <a:ea typeface="Arial"/>
                <a:cs typeface="Arial"/>
              </a:defRPr>
            </a:lvl2pPr>
            <a:lvl3pPr algn="l">
              <a:buNone/>
              <a:defRPr sz="1350" b="1">
                <a:solidFill>
                  <a:srgbClr val="153A5B"/>
                </a:solidFill>
                <a:latin typeface="Arial"/>
                <a:ea typeface="Arial"/>
                <a:cs typeface="Arial"/>
              </a:defRPr>
            </a:lvl3pPr>
            <a:lvl4pPr algn="l">
              <a:buNone/>
              <a:defRPr sz="1350" b="1">
                <a:solidFill>
                  <a:srgbClr val="153A5B"/>
                </a:solidFill>
                <a:latin typeface="Arial"/>
                <a:ea typeface="Arial"/>
                <a:cs typeface="Arial"/>
              </a:defRPr>
            </a:lvl4pPr>
            <a:lvl5pPr algn="l">
              <a:buNone/>
              <a:defRPr sz="1350" b="1">
                <a:solidFill>
                  <a:srgbClr val="153A5B"/>
                </a:solidFill>
                <a:latin typeface="Arial"/>
                <a:ea typeface="Arial"/>
                <a:cs typeface="Arial"/>
              </a:defRPr>
            </a:lvl5pPr>
            <a:lvl6pPr algn="l">
              <a:buNone/>
              <a:defRPr sz="1350" b="1">
                <a:solidFill>
                  <a:srgbClr val="153A5B"/>
                </a:solidFill>
                <a:latin typeface="Arial"/>
                <a:ea typeface="Arial"/>
                <a:cs typeface="Arial"/>
              </a:defRPr>
            </a:lvl6pPr>
            <a:lvl7pPr algn="l">
              <a:buNone/>
              <a:defRPr sz="1350" b="1">
                <a:solidFill>
                  <a:srgbClr val="153A5B"/>
                </a:solidFill>
                <a:latin typeface="Arial"/>
                <a:ea typeface="Arial"/>
                <a:cs typeface="Arial"/>
              </a:defRPr>
            </a:lvl7pPr>
            <a:lvl8pPr algn="l">
              <a:buNone/>
              <a:defRPr sz="1350" b="1">
                <a:solidFill>
                  <a:srgbClr val="153A5B"/>
                </a:solidFill>
                <a:latin typeface="Arial"/>
                <a:ea typeface="Arial"/>
                <a:cs typeface="Arial"/>
              </a:defRPr>
            </a:lvl8pPr>
            <a:lvl9pPr algn="l">
              <a:buNone/>
              <a:defRPr sz="1350" b="1">
                <a:solidFill>
                  <a:srgbClr val="153A5B"/>
                </a:solidFill>
                <a:latin typeface="Arial"/>
                <a:ea typeface="Arial"/>
                <a:cs typeface="Arial"/>
              </a:defRPr>
            </a:lvl9pPr>
          </a:lstStyle>
          <a:p xmlns:a="http://schemas.openxmlformats.org/drawingml/2006/main">
            <a:pPr algn="l">
              <a:lnSpc>
                <a:spcPct val="105000"/>
              </a:lnSpc>
              <a:buNone/>
              <a:defRPr sz="1350" b="1">
                <a:solidFill>
                  <a:srgbClr val="153A5B"/>
                </a:solidFill>
                <a:latin typeface="Arial"/>
                <a:ea typeface="Arial"/>
                <a:cs typeface="Arial"/>
              </a:defRPr>
            </a:pPr>
            <a:r>
              <a:rPr sz="1350" b="1">
                <a:solidFill>
                  <a:srgbClr val="153A5B"/>
                </a:solidFill>
                <a:latin typeface="Times New Roman"/>
                <a:ea typeface="Times New Roman"/>
                <a:cs typeface="Times New Roman"/>
              </a:rPr>
              <a:t>After possible exposure, contact health professionals promptly.</a:t>
            </a:r>
          </a:p>
        </p:txBody>
      </p:sp>
      <p:sp>
        <p:nvSpPr>
          <p:cNvPr id="23" name="矩形 22">
            <a:extLst xmlns:a="http://schemas.openxmlformats.org/drawingml/2006/main">
              <a:ext uri="{FF2B5EF4-FFF2-40B4-BE49-F238E27FC236}">
                <a16:creationId xmlns:a16="http://schemas.microsoft.com/office/drawing/2014/main" id="{332DF114-53E2-4D2C-B7B0-B3D9A02AECDD}"/>
              </a:ext>
            </a:extLst>
          </p:cNvPr>
          <p:cNvSpPr>
            <a:spLocks xmlns:a="http://schemas.openxmlformats.org/drawingml/2006/main" noGrp="1"/>
          </p:cNvSpPr>
          <p:nvPr/>
        </p:nvSpPr>
        <p:spPr>
          <a:xfrm xmlns:a="http://schemas.openxmlformats.org/drawingml/2006/main">
            <a:off x="11096625" y="6534150"/>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675" b="0">
                <a:solidFill>
                  <a:srgbClr val="66717B"/>
                </a:solidFill>
                <a:latin typeface="Arial"/>
                <a:ea typeface="Arial"/>
                <a:cs typeface="Arial"/>
              </a:defRPr>
            </a:defPPr>
            <a:lvl1pPr algn="r">
              <a:buNone/>
              <a:defRPr sz="675" b="0">
                <a:solidFill>
                  <a:srgbClr val="66717B"/>
                </a:solidFill>
                <a:latin typeface="Arial"/>
                <a:ea typeface="Arial"/>
                <a:cs typeface="Arial"/>
              </a:defRPr>
            </a:lvl1pPr>
            <a:lvl2pPr algn="r">
              <a:buNone/>
              <a:defRPr sz="675" b="0">
                <a:solidFill>
                  <a:srgbClr val="66717B"/>
                </a:solidFill>
                <a:latin typeface="Arial"/>
                <a:ea typeface="Arial"/>
                <a:cs typeface="Arial"/>
              </a:defRPr>
            </a:lvl2pPr>
            <a:lvl3pPr algn="r">
              <a:buNone/>
              <a:defRPr sz="675" b="0">
                <a:solidFill>
                  <a:srgbClr val="66717B"/>
                </a:solidFill>
                <a:latin typeface="Arial"/>
                <a:ea typeface="Arial"/>
                <a:cs typeface="Arial"/>
              </a:defRPr>
            </a:lvl3pPr>
            <a:lvl4pPr algn="r">
              <a:buNone/>
              <a:defRPr sz="675" b="0">
                <a:solidFill>
                  <a:srgbClr val="66717B"/>
                </a:solidFill>
                <a:latin typeface="Arial"/>
                <a:ea typeface="Arial"/>
                <a:cs typeface="Arial"/>
              </a:defRPr>
            </a:lvl4pPr>
            <a:lvl5pPr algn="r">
              <a:buNone/>
              <a:defRPr sz="675" b="0">
                <a:solidFill>
                  <a:srgbClr val="66717B"/>
                </a:solidFill>
                <a:latin typeface="Arial"/>
                <a:ea typeface="Arial"/>
                <a:cs typeface="Arial"/>
              </a:defRPr>
            </a:lvl5pPr>
            <a:lvl6pPr algn="r">
              <a:buNone/>
              <a:defRPr sz="675" b="0">
                <a:solidFill>
                  <a:srgbClr val="66717B"/>
                </a:solidFill>
                <a:latin typeface="Arial"/>
                <a:ea typeface="Arial"/>
                <a:cs typeface="Arial"/>
              </a:defRPr>
            </a:lvl6pPr>
            <a:lvl7pPr algn="r">
              <a:buNone/>
              <a:defRPr sz="675" b="0">
                <a:solidFill>
                  <a:srgbClr val="66717B"/>
                </a:solidFill>
                <a:latin typeface="Arial"/>
                <a:ea typeface="Arial"/>
                <a:cs typeface="Arial"/>
              </a:defRPr>
            </a:lvl7pPr>
            <a:lvl8pPr algn="r">
              <a:buNone/>
              <a:defRPr sz="675" b="0">
                <a:solidFill>
                  <a:srgbClr val="66717B"/>
                </a:solidFill>
                <a:latin typeface="Arial"/>
                <a:ea typeface="Arial"/>
                <a:cs typeface="Arial"/>
              </a:defRPr>
            </a:lvl8pPr>
            <a:lvl9pPr algn="r">
              <a:buNone/>
              <a:defRPr sz="675" b="0">
                <a:solidFill>
                  <a:srgbClr val="66717B"/>
                </a:solidFill>
                <a:latin typeface="Arial"/>
                <a:ea typeface="Arial"/>
                <a:cs typeface="Arial"/>
              </a:defRPr>
            </a:lvl9pPr>
          </a:lstStyle>
          <a:p xmlns:a="http://schemas.openxmlformats.org/drawingml/2006/main">
            <a:pPr algn="r">
              <a:lnSpc>
                <a:spcPct val="105000"/>
              </a:lnSpc>
              <a:buNone/>
              <a:defRPr sz="675" b="0">
                <a:solidFill>
                  <a:srgbClr val="66717B"/>
                </a:solidFill>
                <a:latin typeface="Arial"/>
                <a:ea typeface="Arial"/>
                <a:cs typeface="Arial"/>
              </a:defRPr>
            </a:pPr>
            <a:r>
              <a:rPr sz="675" b="0">
                <a:solidFill>
                  <a:srgbClr val="66717B"/>
                </a:solidFill>
                <a:latin typeface="Times New Roman"/>
                <a:ea typeface="Times New Roman"/>
                <a:cs typeface="Times New Roman"/>
              </a:rPr>
              <a:t>5</a:t>
            </a:r>
          </a:p>
        </p:txBody>
      </p:sp>
      <p:sp>
        <p:nvSpPr>
          <p:cNvPr id="25" name="">
            <a:extLst xmlns:a="http://schemas.openxmlformats.org/drawingml/2006/main">
              <a:ext uri="{FF2B5EF4-FFF2-40B4-BE49-F238E27FC236}">
                <a16:creationId xmlns:a16="http://schemas.microsoft.com/office/drawing/2014/main" id="{174CA350-8274-49CE-AB10-F425338C364E}"/>
              </a:ext>
            </a:extLst>
          </p:cNvPr>
          <p:cNvSpPr>
            <a:spLocks xmlns:a="http://schemas.openxmlformats.org/drawingml/2006/main" noGrp="1"/>
          </p:cNvSpPr>
          <p:nvPr/>
        </p:nvSpPr>
        <p:spPr>
          <a:xfrm xmlns:a="http://schemas.openxmlformats.org/drawingml/2006/main">
            <a:off x="590550" y="1952625"/>
            <a:ext cx="471487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53A5B"/>
                </a:solidFill>
              </a:defRPr>
            </a:defPPr>
            <a:lvl1pPr>
              <a:defRPr sz="3150" b="1">
                <a:solidFill>
                  <a:srgbClr val="153A5B"/>
                </a:solidFill>
              </a:defRPr>
            </a:lvl1pPr>
            <a:lvl2pPr>
              <a:defRPr sz="3150" b="1">
                <a:solidFill>
                  <a:srgbClr val="153A5B"/>
                </a:solidFill>
              </a:defRPr>
            </a:lvl2pPr>
            <a:lvl3pPr>
              <a:defRPr sz="3150" b="1">
                <a:solidFill>
                  <a:srgbClr val="153A5B"/>
                </a:solidFill>
              </a:defRPr>
            </a:lvl3pPr>
            <a:lvl4pPr>
              <a:defRPr sz="3150" b="1">
                <a:solidFill>
                  <a:srgbClr val="153A5B"/>
                </a:solidFill>
              </a:defRPr>
            </a:lvl4pPr>
            <a:lvl5pPr>
              <a:defRPr sz="3150" b="1">
                <a:solidFill>
                  <a:srgbClr val="153A5B"/>
                </a:solidFill>
              </a:defRPr>
            </a:lvl5pPr>
            <a:lvl6pPr>
              <a:defRPr sz="3150" b="1">
                <a:solidFill>
                  <a:srgbClr val="153A5B"/>
                </a:solidFill>
              </a:defRPr>
            </a:lvl6pPr>
            <a:lvl7pPr>
              <a:defRPr sz="3150" b="1">
                <a:solidFill>
                  <a:srgbClr val="153A5B"/>
                </a:solidFill>
              </a:defRPr>
            </a:lvl7pPr>
            <a:lvl8pPr>
              <a:defRPr sz="3150" b="1">
                <a:solidFill>
                  <a:srgbClr val="153A5B"/>
                </a:solidFill>
              </a:defRPr>
            </a:lvl8pPr>
            <a:lvl9pPr>
              <a:defRPr sz="3150" b="1">
                <a:solidFill>
                  <a:srgbClr val="153A5B"/>
                </a:solidFill>
              </a:defRPr>
            </a:lvl9pPr>
          </a:lstStyle>
          <a:p xmlns:a="http://schemas.openxmlformats.org/drawingml/2006/main">
            <a:pPr>
              <a:defRPr sz="3150" b="1">
                <a:solidFill>
                  <a:srgbClr val="153A5B"/>
                </a:solidFill>
              </a:defRPr>
            </a:pPr>
            <a:r>
              <a:rPr sz="3150" b="1">
                <a:solidFill>
                  <a:srgbClr val="153A5B"/>
                </a:solidFill>
              </a:rPr>
              <a:t>Fewer flea bites.</a:t>
            </a:r>
          </a:p>
          <a:p xmlns:a="http://schemas.openxmlformats.org/drawingml/2006/main">
            <a:pPr>
              <a:defRPr sz="3150" b="1">
                <a:solidFill>
                  <a:srgbClr val="153A5B"/>
                </a:solidFill>
              </a:defRPr>
            </a:pPr>
            <a:r>
              <a:rPr sz="3150" b="1">
                <a:solidFill>
                  <a:srgbClr val="153A5B"/>
                </a:solidFill>
              </a:rPr>
              <a:t>Less risky contact.</a:t>
            </a:r>
          </a:p>
        </p:txBody>
      </p:sp>
      <p:sp>
        <p:nvSpPr>
          <p:cNvPr id="26" name="">
            <a:extLst xmlns:a="http://schemas.openxmlformats.org/drawingml/2006/main">
              <a:ext uri="{FF2B5EF4-FFF2-40B4-BE49-F238E27FC236}">
                <a16:creationId xmlns:a16="http://schemas.microsoft.com/office/drawing/2014/main" id="{B22A03B1-F4E9-4E83-9AF9-CCF290C6D6DD}"/>
              </a:ext>
            </a:extLst>
          </p:cNvPr>
          <p:cNvSpPr>
            <a:spLocks xmlns:a="http://schemas.openxmlformats.org/drawingml/2006/main" noGrp="1"/>
          </p:cNvSpPr>
          <p:nvPr/>
        </p:nvSpPr>
        <p:spPr>
          <a:xfrm xmlns:a="http://schemas.openxmlformats.org/drawingml/2006/main">
            <a:off x="590550" y="3857625"/>
            <a:ext cx="4714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87FA6"/>
                </a:solidFill>
              </a:defRPr>
            </a:defPPr>
            <a:lvl1pPr>
              <a:defRPr sz="2100" b="0">
                <a:solidFill>
                  <a:srgbClr val="287FA6"/>
                </a:solidFill>
              </a:defRPr>
            </a:lvl1pPr>
            <a:lvl2pPr>
              <a:defRPr sz="2100" b="0">
                <a:solidFill>
                  <a:srgbClr val="287FA6"/>
                </a:solidFill>
              </a:defRPr>
            </a:lvl2pPr>
            <a:lvl3pPr>
              <a:defRPr sz="2100" b="0">
                <a:solidFill>
                  <a:srgbClr val="287FA6"/>
                </a:solidFill>
              </a:defRPr>
            </a:lvl3pPr>
            <a:lvl4pPr>
              <a:defRPr sz="2100" b="0">
                <a:solidFill>
                  <a:srgbClr val="287FA6"/>
                </a:solidFill>
              </a:defRPr>
            </a:lvl4pPr>
            <a:lvl5pPr>
              <a:defRPr sz="2100" b="0">
                <a:solidFill>
                  <a:srgbClr val="287FA6"/>
                </a:solidFill>
              </a:defRPr>
            </a:lvl5pPr>
            <a:lvl6pPr>
              <a:defRPr sz="2100" b="0">
                <a:solidFill>
                  <a:srgbClr val="287FA6"/>
                </a:solidFill>
              </a:defRPr>
            </a:lvl6pPr>
            <a:lvl7pPr>
              <a:defRPr sz="2100" b="0">
                <a:solidFill>
                  <a:srgbClr val="287FA6"/>
                </a:solidFill>
              </a:defRPr>
            </a:lvl7pPr>
            <a:lvl8pPr>
              <a:defRPr sz="2100" b="0">
                <a:solidFill>
                  <a:srgbClr val="287FA6"/>
                </a:solidFill>
              </a:defRPr>
            </a:lvl8pPr>
            <a:lvl9pPr>
              <a:defRPr sz="2100" b="0">
                <a:solidFill>
                  <a:srgbClr val="287FA6"/>
                </a:solidFill>
              </a:defRPr>
            </a:lvl9pPr>
          </a:lstStyle>
          <a:p xmlns:a="http://schemas.openxmlformats.org/drawingml/2006/main">
            <a:pPr>
              <a:defRPr sz="2100" b="0">
                <a:solidFill>
                  <a:srgbClr val="287FA6"/>
                </a:solidFill>
              </a:defRPr>
            </a:pPr>
            <a:r>
              <a:rPr sz="2100" b="0">
                <a:solidFill>
                  <a:srgbClr val="287FA6"/>
                </a:solidFill>
              </a:rPr>
              <a:t>Specific precautions help</a:t>
            </a:r>
          </a:p>
          <a:p xmlns:a="http://schemas.openxmlformats.org/drawingml/2006/main">
            <a:pPr>
              <a:defRPr sz="2100" b="0">
                <a:solidFill>
                  <a:srgbClr val="287FA6"/>
                </a:solidFill>
              </a:defRPr>
            </a:pPr>
            <a:r>
              <a:rPr sz="2100" b="0">
                <a:solidFill>
                  <a:srgbClr val="287FA6"/>
                </a:solidFill>
              </a:rPr>
              <a:t>protect people and pets.</a:t>
            </a:r>
          </a:p>
        </p:txBody>
      </p:sp>
      <p:sp>
        <p:nvSpPr>
          <p:cNvPr id="27" name="">
            <a:extLst xmlns:a="http://schemas.openxmlformats.org/drawingml/2006/main">
              <a:ext uri="{FF2B5EF4-FFF2-40B4-BE49-F238E27FC236}">
                <a16:creationId xmlns:a16="http://schemas.microsoft.com/office/drawing/2014/main" id="{1469554D-9307-4F03-98B5-2D311F5DAD2A}"/>
              </a:ext>
            </a:extLst>
          </p:cNvPr>
          <p:cNvSpPr>
            <a:spLocks xmlns:a="http://schemas.openxmlformats.org/drawingml/2006/main" noGrp="1"/>
          </p:cNvSpPr>
          <p:nvPr/>
        </p:nvSpPr>
        <p:spPr>
          <a:xfrm xmlns:a="http://schemas.openxmlformats.org/drawingml/2006/main">
            <a:off x="590550" y="5429250"/>
            <a:ext cx="4714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637481"/>
                </a:solidFill>
              </a:defRPr>
            </a:defPPr>
            <a:lvl1pPr>
              <a:defRPr sz="1425" b="0">
                <a:solidFill>
                  <a:srgbClr val="637481"/>
                </a:solidFill>
              </a:defRPr>
            </a:lvl1pPr>
            <a:lvl2pPr>
              <a:defRPr sz="1425" b="0">
                <a:solidFill>
                  <a:srgbClr val="637481"/>
                </a:solidFill>
              </a:defRPr>
            </a:lvl2pPr>
            <a:lvl3pPr>
              <a:defRPr sz="1425" b="0">
                <a:solidFill>
                  <a:srgbClr val="637481"/>
                </a:solidFill>
              </a:defRPr>
            </a:lvl3pPr>
            <a:lvl4pPr>
              <a:defRPr sz="1425" b="0">
                <a:solidFill>
                  <a:srgbClr val="637481"/>
                </a:solidFill>
              </a:defRPr>
            </a:lvl4pPr>
            <a:lvl5pPr>
              <a:defRPr sz="1425" b="0">
                <a:solidFill>
                  <a:srgbClr val="637481"/>
                </a:solidFill>
              </a:defRPr>
            </a:lvl5pPr>
            <a:lvl6pPr>
              <a:defRPr sz="1425" b="0">
                <a:solidFill>
                  <a:srgbClr val="637481"/>
                </a:solidFill>
              </a:defRPr>
            </a:lvl6pPr>
            <a:lvl7pPr>
              <a:defRPr sz="1425" b="0">
                <a:solidFill>
                  <a:srgbClr val="637481"/>
                </a:solidFill>
              </a:defRPr>
            </a:lvl7pPr>
            <a:lvl8pPr>
              <a:defRPr sz="1425" b="0">
                <a:solidFill>
                  <a:srgbClr val="637481"/>
                </a:solidFill>
              </a:defRPr>
            </a:lvl8pPr>
            <a:lvl9pPr>
              <a:defRPr sz="1425" b="0">
                <a:solidFill>
                  <a:srgbClr val="637481"/>
                </a:solidFill>
              </a:defRPr>
            </a:lvl9pPr>
          </a:lstStyle>
          <a:p xmlns:a="http://schemas.openxmlformats.org/drawingml/2006/main">
            <a:pPr>
              <a:defRPr sz="1425" b="0">
                <a:solidFill>
                  <a:srgbClr val="637481"/>
                </a:solidFill>
              </a:defRPr>
            </a:pPr>
            <a:r>
              <a:rPr sz="1425" b="0">
                <a:solidFill>
                  <a:srgbClr val="637481"/>
                </a:solidFill>
              </a:rPr>
              <a:t>Follow local public health advice</a:t>
            </a:r>
          </a:p>
        </p:txBody>
      </p:sp>
    </p:spTree>
    <p:extLst>
      <p:ext uri="{BB962C8B-B14F-4D97-AF65-F5344CB8AC3E}">
        <p14:creationId xmlns:p14="http://schemas.microsoft.com/office/powerpoint/2010/main" val="1291269761"/>
      </p:ext>
    </p:extLst>
  </p:cSld>
</p:sld>
</file>

<file path=ppt/slides/slide6.xml><?xml version="1.0" encoding="utf-8"?>
<p:sld xmlns:p="http://schemas.openxmlformats.org/presentationml/2006/main">
  <p:cSld>
    <p:bg>
      <p:bgPr>
        <a:solidFill xmlns:a="http://schemas.openxmlformats.org/drawingml/2006/main">
          <a:srgbClr val="F6F7F7"/>
        </a:solidFill>
      </p:bgPr>
    </p:bg>
    <p:spTree>
      <p:nvGrpSpPr>
        <p:cNvPr id="1" name=""/>
        <p:cNvGrpSpPr/>
        <p:nvPr/>
      </p:nvGrpSpPr>
      <p:grpSpPr>
        <a:xfrm xmlns:a="http://schemas.openxmlformats.org/drawingml/2006/main"/>
      </p:grpSpPr>
      <p:sp>
        <p:nvSpPr>
          <p:cNvPr id="21" name="矩形 20">
            <a:extLst xmlns:a="http://schemas.openxmlformats.org/drawingml/2006/main">
              <a:ext uri="{FF2B5EF4-FFF2-40B4-BE49-F238E27FC236}">
                <a16:creationId xmlns:a16="http://schemas.microsoft.com/office/drawing/2014/main" id="{CE15990D-AA5D-4AE8-A989-6FBBF76F2382}"/>
              </a:ext>
            </a:extLst>
          </p:cNvPr>
          <p:cNvSpPr>
            <a:spLocks xmlns:a="http://schemas.openxmlformats.org/drawingml/2006/main" noGrp="1"/>
          </p:cNvSpPr>
          <p:nvPr/>
        </p:nvSpPr>
        <p:spPr>
          <a:xfrm xmlns:a="http://schemas.openxmlformats.org/drawingml/2006/main">
            <a:off x="590550" y="24765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825" b="1">
                <a:solidFill>
                  <a:srgbClr val="66717B"/>
                </a:solidFill>
                <a:latin typeface="Arial"/>
                <a:ea typeface="Arial"/>
                <a:cs typeface="Arial"/>
              </a:defRPr>
            </a:defPPr>
            <a:lvl1pPr algn="l">
              <a:buNone/>
              <a:defRPr sz="825" b="1">
                <a:solidFill>
                  <a:srgbClr val="66717B"/>
                </a:solidFill>
                <a:latin typeface="Arial"/>
                <a:ea typeface="Arial"/>
                <a:cs typeface="Arial"/>
              </a:defRPr>
            </a:lvl1pPr>
            <a:lvl2pPr algn="l">
              <a:buNone/>
              <a:defRPr sz="825" b="1">
                <a:solidFill>
                  <a:srgbClr val="66717B"/>
                </a:solidFill>
                <a:latin typeface="Arial"/>
                <a:ea typeface="Arial"/>
                <a:cs typeface="Arial"/>
              </a:defRPr>
            </a:lvl2pPr>
            <a:lvl3pPr algn="l">
              <a:buNone/>
              <a:defRPr sz="825" b="1">
                <a:solidFill>
                  <a:srgbClr val="66717B"/>
                </a:solidFill>
                <a:latin typeface="Arial"/>
                <a:ea typeface="Arial"/>
                <a:cs typeface="Arial"/>
              </a:defRPr>
            </a:lvl3pPr>
            <a:lvl4pPr algn="l">
              <a:buNone/>
              <a:defRPr sz="825" b="1">
                <a:solidFill>
                  <a:srgbClr val="66717B"/>
                </a:solidFill>
                <a:latin typeface="Arial"/>
                <a:ea typeface="Arial"/>
                <a:cs typeface="Arial"/>
              </a:defRPr>
            </a:lvl4pPr>
            <a:lvl5pPr algn="l">
              <a:buNone/>
              <a:defRPr sz="825" b="1">
                <a:solidFill>
                  <a:srgbClr val="66717B"/>
                </a:solidFill>
                <a:latin typeface="Arial"/>
                <a:ea typeface="Arial"/>
                <a:cs typeface="Arial"/>
              </a:defRPr>
            </a:lvl5pPr>
            <a:lvl6pPr algn="l">
              <a:buNone/>
              <a:defRPr sz="825" b="1">
                <a:solidFill>
                  <a:srgbClr val="66717B"/>
                </a:solidFill>
                <a:latin typeface="Arial"/>
                <a:ea typeface="Arial"/>
                <a:cs typeface="Arial"/>
              </a:defRPr>
            </a:lvl6pPr>
            <a:lvl7pPr algn="l">
              <a:buNone/>
              <a:defRPr sz="825" b="1">
                <a:solidFill>
                  <a:srgbClr val="66717B"/>
                </a:solidFill>
                <a:latin typeface="Arial"/>
                <a:ea typeface="Arial"/>
                <a:cs typeface="Arial"/>
              </a:defRPr>
            </a:lvl7pPr>
            <a:lvl8pPr algn="l">
              <a:buNone/>
              <a:defRPr sz="825" b="1">
                <a:solidFill>
                  <a:srgbClr val="66717B"/>
                </a:solidFill>
                <a:latin typeface="Arial"/>
                <a:ea typeface="Arial"/>
                <a:cs typeface="Arial"/>
              </a:defRPr>
            </a:lvl8pPr>
            <a:lvl9pPr algn="l">
              <a:buNone/>
              <a:defRPr sz="825" b="1">
                <a:solidFill>
                  <a:srgbClr val="66717B"/>
                </a:solidFill>
                <a:latin typeface="Arial"/>
                <a:ea typeface="Arial"/>
                <a:cs typeface="Arial"/>
              </a:defRPr>
            </a:lvl9pPr>
          </a:lstStyle>
          <a:p xmlns:a="http://schemas.openxmlformats.org/drawingml/2006/main">
            <a:pPr algn="l">
              <a:lnSpc>
                <a:spcPct val="105000"/>
              </a:lnSpc>
              <a:buNone/>
              <a:defRPr sz="825" b="1">
                <a:solidFill>
                  <a:srgbClr val="66717B"/>
                </a:solidFill>
                <a:latin typeface="Arial"/>
                <a:ea typeface="Arial"/>
                <a:cs typeface="Arial"/>
              </a:defRPr>
            </a:pPr>
            <a:r>
              <a:rPr sz="825" b="1">
                <a:solidFill>
                  <a:srgbClr val="66717B"/>
                </a:solidFill>
                <a:latin typeface="Times New Roman"/>
                <a:ea typeface="Times New Roman"/>
                <a:cs typeface="Times New Roman"/>
              </a:rPr>
              <a:t>UNIT 3  SUMMARY</a:t>
            </a:r>
          </a:p>
        </p:txBody>
      </p:sp>
      <p:sp>
        <p:nvSpPr>
          <p:cNvPr id="2" name="矩形 1">
            <a:extLst xmlns:a="http://schemas.openxmlformats.org/drawingml/2006/main">
              <a:ext uri="{FF2B5EF4-FFF2-40B4-BE49-F238E27FC236}">
                <a16:creationId xmlns:a16="http://schemas.microsoft.com/office/drawing/2014/main" id="{CE266C5B-2D76-4ABC-8E7B-D3BD07B88C7B}"/>
              </a:ext>
            </a:extLst>
          </p:cNvPr>
          <p:cNvSpPr>
            <a:spLocks xmlns:a="http://schemas.openxmlformats.org/drawingml/2006/main" noGrp="1"/>
          </p:cNvSpPr>
          <p:nvPr/>
        </p:nvSpPr>
        <p:spPr>
          <a:xfrm xmlns:a="http://schemas.openxmlformats.org/drawingml/2006/main">
            <a:off x="590550" y="552450"/>
            <a:ext cx="981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53A5B"/>
                </a:solidFill>
                <a:latin typeface="Arial"/>
                <a:ea typeface="Arial"/>
                <a:cs typeface="Arial"/>
              </a:defRPr>
            </a:defPPr>
            <a:lvl1pPr algn="l">
              <a:buNone/>
              <a:defRPr sz="2550" b="1">
                <a:solidFill>
                  <a:srgbClr val="153A5B"/>
                </a:solidFill>
                <a:latin typeface="Arial"/>
                <a:ea typeface="Arial"/>
                <a:cs typeface="Arial"/>
              </a:defRPr>
            </a:lvl1pPr>
            <a:lvl2pPr algn="l">
              <a:buNone/>
              <a:defRPr sz="2550" b="1">
                <a:solidFill>
                  <a:srgbClr val="153A5B"/>
                </a:solidFill>
                <a:latin typeface="Arial"/>
                <a:ea typeface="Arial"/>
                <a:cs typeface="Arial"/>
              </a:defRPr>
            </a:lvl2pPr>
            <a:lvl3pPr algn="l">
              <a:buNone/>
              <a:defRPr sz="2550" b="1">
                <a:solidFill>
                  <a:srgbClr val="153A5B"/>
                </a:solidFill>
                <a:latin typeface="Arial"/>
                <a:ea typeface="Arial"/>
                <a:cs typeface="Arial"/>
              </a:defRPr>
            </a:lvl3pPr>
            <a:lvl4pPr algn="l">
              <a:buNone/>
              <a:defRPr sz="2550" b="1">
                <a:solidFill>
                  <a:srgbClr val="153A5B"/>
                </a:solidFill>
                <a:latin typeface="Arial"/>
                <a:ea typeface="Arial"/>
                <a:cs typeface="Arial"/>
              </a:defRPr>
            </a:lvl4pPr>
            <a:lvl5pPr algn="l">
              <a:buNone/>
              <a:defRPr sz="2550" b="1">
                <a:solidFill>
                  <a:srgbClr val="153A5B"/>
                </a:solidFill>
                <a:latin typeface="Arial"/>
                <a:ea typeface="Arial"/>
                <a:cs typeface="Arial"/>
              </a:defRPr>
            </a:lvl5pPr>
            <a:lvl6pPr algn="l">
              <a:buNone/>
              <a:defRPr sz="2550" b="1">
                <a:solidFill>
                  <a:srgbClr val="153A5B"/>
                </a:solidFill>
                <a:latin typeface="Arial"/>
                <a:ea typeface="Arial"/>
                <a:cs typeface="Arial"/>
              </a:defRPr>
            </a:lvl6pPr>
            <a:lvl7pPr algn="l">
              <a:buNone/>
              <a:defRPr sz="2550" b="1">
                <a:solidFill>
                  <a:srgbClr val="153A5B"/>
                </a:solidFill>
                <a:latin typeface="Arial"/>
                <a:ea typeface="Arial"/>
                <a:cs typeface="Arial"/>
              </a:defRPr>
            </a:lvl7pPr>
            <a:lvl8pPr algn="l">
              <a:buNone/>
              <a:defRPr sz="2550" b="1">
                <a:solidFill>
                  <a:srgbClr val="153A5B"/>
                </a:solidFill>
                <a:latin typeface="Arial"/>
                <a:ea typeface="Arial"/>
                <a:cs typeface="Arial"/>
              </a:defRPr>
            </a:lvl8pPr>
            <a:lvl9pPr algn="l">
              <a:buNone/>
              <a:defRPr sz="2550" b="1">
                <a:solidFill>
                  <a:srgbClr val="153A5B"/>
                </a:solidFill>
                <a:latin typeface="Arial"/>
                <a:ea typeface="Arial"/>
                <a:cs typeface="Arial"/>
              </a:defRPr>
            </a:lvl9pPr>
          </a:lstStyle>
          <a:p xmlns:a="http://schemas.openxmlformats.org/drawingml/2006/main">
            <a:pPr algn="l">
              <a:lnSpc>
                <a:spcPct val="105000"/>
              </a:lnSpc>
              <a:buNone/>
              <a:defRPr sz="2550" b="1">
                <a:solidFill>
                  <a:srgbClr val="153A5B"/>
                </a:solidFill>
                <a:latin typeface="Arial"/>
                <a:ea typeface="Arial"/>
                <a:cs typeface="Arial"/>
              </a:defRPr>
            </a:pPr>
            <a:r>
              <a:rPr sz="2550" b="1">
                <a:solidFill>
                  <a:srgbClr val="153A5B"/>
                </a:solidFill>
                <a:latin typeface="Times New Roman"/>
                <a:ea typeface="Times New Roman"/>
                <a:cs typeface="Times New Roman"/>
              </a:rPr>
              <a:t>What to remember</a:t>
            </a:r>
          </a:p>
        </p:txBody>
      </p:sp>
      <p:sp>
        <p:nvSpPr>
          <p:cNvPr id="3" name="矩形 2">
            <a:extLst xmlns:a="http://schemas.openxmlformats.org/drawingml/2006/main">
              <a:ext uri="{FF2B5EF4-FFF2-40B4-BE49-F238E27FC236}">
                <a16:creationId xmlns:a16="http://schemas.microsoft.com/office/drawing/2014/main" id="{076CADE6-CF20-4441-99F8-B201D81CBC8C}"/>
              </a:ext>
            </a:extLst>
          </p:cNvPr>
          <p:cNvSpPr>
            <a:spLocks xmlns:a="http://schemas.openxmlformats.org/drawingml/2006/main" noGrp="1"/>
          </p:cNvSpPr>
          <p:nvPr/>
        </p:nvSpPr>
        <p:spPr>
          <a:xfrm xmlns:a="http://schemas.openxmlformats.org/drawingml/2006/main">
            <a:off x="590550" y="1104900"/>
            <a:ext cx="11010900" cy="9525"/>
          </a:xfrm>
          <a:prstGeom xmlns:a="http://schemas.openxmlformats.org/drawingml/2006/main" prst="rect">
            <a:avLst/>
          </a:prstGeom>
          <a:solidFill xmlns:a="http://schemas.openxmlformats.org/drawingml/2006/main">
            <a:srgbClr val="153A5B"/>
          </a:solidFill>
          <a:ln xmlns:a="http://schemas.openxmlformats.org/drawingml/2006/main" w="0">
            <a:noFill/>
            <a:prstDash val="solid"/>
          </a:ln>
        </p:spPr>
      </p:sp>
      <p:sp>
        <p:nvSpPr>
          <p:cNvPr id="4" name="矩形 3">
            <a:extLst xmlns:a="http://schemas.openxmlformats.org/drawingml/2006/main">
              <a:ext uri="{FF2B5EF4-FFF2-40B4-BE49-F238E27FC236}">
                <a16:creationId xmlns:a16="http://schemas.microsoft.com/office/drawing/2014/main" id="{D9A2FCFD-E8FB-4CBD-89F7-FD8D1D00243E}"/>
              </a:ext>
            </a:extLst>
          </p:cNvPr>
          <p:cNvSpPr>
            <a:spLocks xmlns:a="http://schemas.openxmlformats.org/drawingml/2006/main" noGrp="1"/>
          </p:cNvSpPr>
          <p:nvPr/>
        </p:nvSpPr>
        <p:spPr>
          <a:xfrm xmlns:a="http://schemas.openxmlformats.org/drawingml/2006/main">
            <a:off x="590550" y="156210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200" b="1">
                <a:solidFill>
                  <a:srgbClr val="2878A5"/>
                </a:solidFill>
                <a:latin typeface="Arial"/>
                <a:ea typeface="Arial"/>
                <a:cs typeface="Arial"/>
              </a:defRPr>
            </a:defPPr>
            <a:lvl1pPr algn="l">
              <a:buNone/>
              <a:defRPr sz="1200" b="1">
                <a:solidFill>
                  <a:srgbClr val="2878A5"/>
                </a:solidFill>
                <a:latin typeface="Arial"/>
                <a:ea typeface="Arial"/>
                <a:cs typeface="Arial"/>
              </a:defRPr>
            </a:lvl1pPr>
            <a:lvl2pPr algn="l">
              <a:buNone/>
              <a:defRPr sz="1200" b="1">
                <a:solidFill>
                  <a:srgbClr val="2878A5"/>
                </a:solidFill>
                <a:latin typeface="Arial"/>
                <a:ea typeface="Arial"/>
                <a:cs typeface="Arial"/>
              </a:defRPr>
            </a:lvl2pPr>
            <a:lvl3pPr algn="l">
              <a:buNone/>
              <a:defRPr sz="1200" b="1">
                <a:solidFill>
                  <a:srgbClr val="2878A5"/>
                </a:solidFill>
                <a:latin typeface="Arial"/>
                <a:ea typeface="Arial"/>
                <a:cs typeface="Arial"/>
              </a:defRPr>
            </a:lvl3pPr>
            <a:lvl4pPr algn="l">
              <a:buNone/>
              <a:defRPr sz="1200" b="1">
                <a:solidFill>
                  <a:srgbClr val="2878A5"/>
                </a:solidFill>
                <a:latin typeface="Arial"/>
                <a:ea typeface="Arial"/>
                <a:cs typeface="Arial"/>
              </a:defRPr>
            </a:lvl4pPr>
            <a:lvl5pPr algn="l">
              <a:buNone/>
              <a:defRPr sz="1200" b="1">
                <a:solidFill>
                  <a:srgbClr val="2878A5"/>
                </a:solidFill>
                <a:latin typeface="Arial"/>
                <a:ea typeface="Arial"/>
                <a:cs typeface="Arial"/>
              </a:defRPr>
            </a:lvl5pPr>
            <a:lvl6pPr algn="l">
              <a:buNone/>
              <a:defRPr sz="1200" b="1">
                <a:solidFill>
                  <a:srgbClr val="2878A5"/>
                </a:solidFill>
                <a:latin typeface="Arial"/>
                <a:ea typeface="Arial"/>
                <a:cs typeface="Arial"/>
              </a:defRPr>
            </a:lvl6pPr>
            <a:lvl7pPr algn="l">
              <a:buNone/>
              <a:defRPr sz="1200" b="1">
                <a:solidFill>
                  <a:srgbClr val="2878A5"/>
                </a:solidFill>
                <a:latin typeface="Arial"/>
                <a:ea typeface="Arial"/>
                <a:cs typeface="Arial"/>
              </a:defRPr>
            </a:lvl7pPr>
            <a:lvl8pPr algn="l">
              <a:buNone/>
              <a:defRPr sz="1200" b="1">
                <a:solidFill>
                  <a:srgbClr val="2878A5"/>
                </a:solidFill>
                <a:latin typeface="Arial"/>
                <a:ea typeface="Arial"/>
                <a:cs typeface="Arial"/>
              </a:defRPr>
            </a:lvl8pPr>
            <a:lvl9pPr algn="l">
              <a:buNone/>
              <a:defRPr sz="1200" b="1">
                <a:solidFill>
                  <a:srgbClr val="2878A5"/>
                </a:solidFill>
                <a:latin typeface="Arial"/>
                <a:ea typeface="Arial"/>
                <a:cs typeface="Arial"/>
              </a:defRPr>
            </a:lvl9pPr>
          </a:lstStyle>
          <a:p xmlns:a="http://schemas.openxmlformats.org/drawingml/2006/main">
            <a:pPr algn="l">
              <a:lnSpc>
                <a:spcPct val="105000"/>
              </a:lnSpc>
              <a:buNone/>
              <a:defRPr sz="1200" b="1">
                <a:solidFill>
                  <a:srgbClr val="2878A5"/>
                </a:solidFill>
                <a:latin typeface="Arial"/>
                <a:ea typeface="Arial"/>
                <a:cs typeface="Arial"/>
              </a:defRPr>
            </a:pPr>
            <a:r>
              <a:rPr sz="1200" b="1">
                <a:solidFill>
                  <a:srgbClr val="2878A5"/>
                </a:solidFill>
                <a:latin typeface="Times New Roman"/>
                <a:ea typeface="Times New Roman"/>
                <a:cs typeface="Times New Roman"/>
              </a:rPr>
              <a:t>DISEASE</a:t>
            </a:r>
          </a:p>
        </p:txBody>
      </p:sp>
      <p:sp>
        <p:nvSpPr>
          <p:cNvPr id="5" name="矩形 4">
            <a:extLst xmlns:a="http://schemas.openxmlformats.org/drawingml/2006/main">
              <a:ext uri="{FF2B5EF4-FFF2-40B4-BE49-F238E27FC236}">
                <a16:creationId xmlns:a16="http://schemas.microsoft.com/office/drawing/2014/main" id="{894A5B77-992E-4D76-92BB-EB40E4CC34E5}"/>
              </a:ext>
            </a:extLst>
          </p:cNvPr>
          <p:cNvSpPr>
            <a:spLocks xmlns:a="http://schemas.openxmlformats.org/drawingml/2006/main" noGrp="1"/>
          </p:cNvSpPr>
          <p:nvPr/>
        </p:nvSpPr>
        <p:spPr>
          <a:xfrm xmlns:a="http://schemas.openxmlformats.org/drawingml/2006/main">
            <a:off x="2952750" y="1524000"/>
            <a:ext cx="80486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24282C"/>
                </a:solidFill>
                <a:latin typeface="Arial"/>
                <a:ea typeface="Arial"/>
                <a:cs typeface="Arial"/>
              </a:defRPr>
            </a:defPPr>
            <a:lvl1pPr algn="l">
              <a:buNone/>
              <a:defRPr sz="1500" b="0">
                <a:solidFill>
                  <a:srgbClr val="24282C"/>
                </a:solidFill>
                <a:latin typeface="Arial"/>
                <a:ea typeface="Arial"/>
                <a:cs typeface="Arial"/>
              </a:defRPr>
            </a:lvl1pPr>
            <a:lvl2pPr algn="l">
              <a:buNone/>
              <a:defRPr sz="1500" b="0">
                <a:solidFill>
                  <a:srgbClr val="24282C"/>
                </a:solidFill>
                <a:latin typeface="Arial"/>
                <a:ea typeface="Arial"/>
                <a:cs typeface="Arial"/>
              </a:defRPr>
            </a:lvl2pPr>
            <a:lvl3pPr algn="l">
              <a:buNone/>
              <a:defRPr sz="1500" b="0">
                <a:solidFill>
                  <a:srgbClr val="24282C"/>
                </a:solidFill>
                <a:latin typeface="Arial"/>
                <a:ea typeface="Arial"/>
                <a:cs typeface="Arial"/>
              </a:defRPr>
            </a:lvl3pPr>
            <a:lvl4pPr algn="l">
              <a:buNone/>
              <a:defRPr sz="1500" b="0">
                <a:solidFill>
                  <a:srgbClr val="24282C"/>
                </a:solidFill>
                <a:latin typeface="Arial"/>
                <a:ea typeface="Arial"/>
                <a:cs typeface="Arial"/>
              </a:defRPr>
            </a:lvl4pPr>
            <a:lvl5pPr algn="l">
              <a:buNone/>
              <a:defRPr sz="1500" b="0">
                <a:solidFill>
                  <a:srgbClr val="24282C"/>
                </a:solidFill>
                <a:latin typeface="Arial"/>
                <a:ea typeface="Arial"/>
                <a:cs typeface="Arial"/>
              </a:defRPr>
            </a:lvl5pPr>
            <a:lvl6pPr algn="l">
              <a:buNone/>
              <a:defRPr sz="1500" b="0">
                <a:solidFill>
                  <a:srgbClr val="24282C"/>
                </a:solidFill>
                <a:latin typeface="Arial"/>
                <a:ea typeface="Arial"/>
                <a:cs typeface="Arial"/>
              </a:defRPr>
            </a:lvl6pPr>
            <a:lvl7pPr algn="l">
              <a:buNone/>
              <a:defRPr sz="1500" b="0">
                <a:solidFill>
                  <a:srgbClr val="24282C"/>
                </a:solidFill>
                <a:latin typeface="Arial"/>
                <a:ea typeface="Arial"/>
                <a:cs typeface="Arial"/>
              </a:defRPr>
            </a:lvl7pPr>
            <a:lvl8pPr algn="l">
              <a:buNone/>
              <a:defRPr sz="1500" b="0">
                <a:solidFill>
                  <a:srgbClr val="24282C"/>
                </a:solidFill>
                <a:latin typeface="Arial"/>
                <a:ea typeface="Arial"/>
                <a:cs typeface="Arial"/>
              </a:defRPr>
            </a:lvl8pPr>
            <a:lvl9pPr algn="l">
              <a:buNone/>
              <a:defRPr sz="1500" b="0">
                <a:solidFill>
                  <a:srgbClr val="24282C"/>
                </a:solidFill>
                <a:latin typeface="Arial"/>
                <a:ea typeface="Arial"/>
                <a:cs typeface="Arial"/>
              </a:defRPr>
            </a:lvl9pPr>
          </a:lstStyle>
          <a:p xmlns:a="http://schemas.openxmlformats.org/drawingml/2006/main">
            <a:pPr algn="l">
              <a:lnSpc>
                <a:spcPct val="105000"/>
              </a:lnSpc>
              <a:buNone/>
              <a:defRPr sz="1500" b="0">
                <a:solidFill>
                  <a:srgbClr val="24282C"/>
                </a:solidFill>
                <a:latin typeface="Arial"/>
                <a:ea typeface="Arial"/>
                <a:cs typeface="Arial"/>
              </a:defRPr>
            </a:pPr>
            <a:r>
              <a:rPr sz="1500" b="0">
                <a:solidFill>
                  <a:srgbClr val="24282C"/>
                </a:solidFill>
                <a:latin typeface="Times New Roman"/>
                <a:ea typeface="Times New Roman"/>
                <a:cs typeface="Times New Roman"/>
              </a:rPr>
              <a:t>Yersinia pestis causes plague. The disease still exists today.</a:t>
            </a:r>
          </a:p>
        </p:txBody>
      </p:sp>
      <p:sp>
        <p:nvSpPr>
          <p:cNvPr id="6" name="矩形 5">
            <a:extLst xmlns:a="http://schemas.openxmlformats.org/drawingml/2006/main">
              <a:ext uri="{FF2B5EF4-FFF2-40B4-BE49-F238E27FC236}">
                <a16:creationId xmlns:a16="http://schemas.microsoft.com/office/drawing/2014/main" id="{FE87D2D3-8ADC-42FC-9C17-A85C46AFF81D}"/>
              </a:ext>
            </a:extLst>
          </p:cNvPr>
          <p:cNvSpPr>
            <a:spLocks xmlns:a="http://schemas.openxmlformats.org/drawingml/2006/main" noGrp="1"/>
          </p:cNvSpPr>
          <p:nvPr/>
        </p:nvSpPr>
        <p:spPr>
          <a:xfrm xmlns:a="http://schemas.openxmlformats.org/drawingml/2006/main">
            <a:off x="590550" y="2095500"/>
            <a:ext cx="10429875" cy="9525"/>
          </a:xfrm>
          <a:prstGeom xmlns:a="http://schemas.openxmlformats.org/drawingml/2006/main" prst="rect">
            <a:avLst/>
          </a:prstGeom>
          <a:solidFill xmlns:a="http://schemas.openxmlformats.org/drawingml/2006/main">
            <a:srgbClr val="C8D0D5"/>
          </a:solidFill>
          <a:ln xmlns:a="http://schemas.openxmlformats.org/drawingml/2006/main" w="0">
            <a:noFill/>
            <a:prstDash val="solid"/>
          </a:ln>
        </p:spPr>
      </p:sp>
      <p:sp>
        <p:nvSpPr>
          <p:cNvPr id="7" name="矩形 6">
            <a:extLst xmlns:a="http://schemas.openxmlformats.org/drawingml/2006/main">
              <a:ext uri="{FF2B5EF4-FFF2-40B4-BE49-F238E27FC236}">
                <a16:creationId xmlns:a16="http://schemas.microsoft.com/office/drawing/2014/main" id="{50863014-C60D-4819-9093-57418C94E122}"/>
              </a:ext>
            </a:extLst>
          </p:cNvPr>
          <p:cNvSpPr>
            <a:spLocks xmlns:a="http://schemas.openxmlformats.org/drawingml/2006/main" noGrp="1"/>
          </p:cNvSpPr>
          <p:nvPr/>
        </p:nvSpPr>
        <p:spPr>
          <a:xfrm xmlns:a="http://schemas.openxmlformats.org/drawingml/2006/main">
            <a:off x="590550" y="24574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2878A5"/>
                </a:solidFill>
                <a:latin typeface="Arial"/>
                <a:ea typeface="Arial"/>
                <a:cs typeface="Arial"/>
              </a:defRPr>
            </a:defPPr>
            <a:lvl1pPr algn="l">
              <a:buNone/>
              <a:defRPr sz="1200" b="1">
                <a:solidFill>
                  <a:srgbClr val="2878A5"/>
                </a:solidFill>
                <a:latin typeface="Arial"/>
                <a:ea typeface="Arial"/>
                <a:cs typeface="Arial"/>
              </a:defRPr>
            </a:lvl1pPr>
            <a:lvl2pPr algn="l">
              <a:buNone/>
              <a:defRPr sz="1200" b="1">
                <a:solidFill>
                  <a:srgbClr val="2878A5"/>
                </a:solidFill>
                <a:latin typeface="Arial"/>
                <a:ea typeface="Arial"/>
                <a:cs typeface="Arial"/>
              </a:defRPr>
            </a:lvl2pPr>
            <a:lvl3pPr algn="l">
              <a:buNone/>
              <a:defRPr sz="1200" b="1">
                <a:solidFill>
                  <a:srgbClr val="2878A5"/>
                </a:solidFill>
                <a:latin typeface="Arial"/>
                <a:ea typeface="Arial"/>
                <a:cs typeface="Arial"/>
              </a:defRPr>
            </a:lvl3pPr>
            <a:lvl4pPr algn="l">
              <a:buNone/>
              <a:defRPr sz="1200" b="1">
                <a:solidFill>
                  <a:srgbClr val="2878A5"/>
                </a:solidFill>
                <a:latin typeface="Arial"/>
                <a:ea typeface="Arial"/>
                <a:cs typeface="Arial"/>
              </a:defRPr>
            </a:lvl4pPr>
            <a:lvl5pPr algn="l">
              <a:buNone/>
              <a:defRPr sz="1200" b="1">
                <a:solidFill>
                  <a:srgbClr val="2878A5"/>
                </a:solidFill>
                <a:latin typeface="Arial"/>
                <a:ea typeface="Arial"/>
                <a:cs typeface="Arial"/>
              </a:defRPr>
            </a:lvl5pPr>
            <a:lvl6pPr algn="l">
              <a:buNone/>
              <a:defRPr sz="1200" b="1">
                <a:solidFill>
                  <a:srgbClr val="2878A5"/>
                </a:solidFill>
                <a:latin typeface="Arial"/>
                <a:ea typeface="Arial"/>
                <a:cs typeface="Arial"/>
              </a:defRPr>
            </a:lvl6pPr>
            <a:lvl7pPr algn="l">
              <a:buNone/>
              <a:defRPr sz="1200" b="1">
                <a:solidFill>
                  <a:srgbClr val="2878A5"/>
                </a:solidFill>
                <a:latin typeface="Arial"/>
                <a:ea typeface="Arial"/>
                <a:cs typeface="Arial"/>
              </a:defRPr>
            </a:lvl7pPr>
            <a:lvl8pPr algn="l">
              <a:buNone/>
              <a:defRPr sz="1200" b="1">
                <a:solidFill>
                  <a:srgbClr val="2878A5"/>
                </a:solidFill>
                <a:latin typeface="Arial"/>
                <a:ea typeface="Arial"/>
                <a:cs typeface="Arial"/>
              </a:defRPr>
            </a:lvl8pPr>
            <a:lvl9pPr algn="l">
              <a:buNone/>
              <a:defRPr sz="1200" b="1">
                <a:solidFill>
                  <a:srgbClr val="2878A5"/>
                </a:solidFill>
                <a:latin typeface="Arial"/>
                <a:ea typeface="Arial"/>
                <a:cs typeface="Arial"/>
              </a:defRPr>
            </a:lvl9pPr>
          </a:lstStyle>
          <a:p xmlns:a="http://schemas.openxmlformats.org/drawingml/2006/main">
            <a:pPr algn="l">
              <a:lnSpc>
                <a:spcPct val="105000"/>
              </a:lnSpc>
              <a:buNone/>
              <a:defRPr sz="1200" b="1">
                <a:solidFill>
                  <a:srgbClr val="2878A5"/>
                </a:solidFill>
                <a:latin typeface="Arial"/>
                <a:ea typeface="Arial"/>
                <a:cs typeface="Arial"/>
              </a:defRPr>
            </a:pPr>
            <a:r>
              <a:rPr sz="1200" b="1">
                <a:solidFill>
                  <a:srgbClr val="2878A5"/>
                </a:solidFill>
                <a:latin typeface="Times New Roman"/>
                <a:ea typeface="Times New Roman"/>
                <a:cs typeface="Times New Roman"/>
              </a:rPr>
              <a:t>SPREAD</a:t>
            </a:r>
          </a:p>
        </p:txBody>
      </p:sp>
      <p:sp>
        <p:nvSpPr>
          <p:cNvPr id="8" name="矩形 7">
            <a:extLst xmlns:a="http://schemas.openxmlformats.org/drawingml/2006/main">
              <a:ext uri="{FF2B5EF4-FFF2-40B4-BE49-F238E27FC236}">
                <a16:creationId xmlns:a16="http://schemas.microsoft.com/office/drawing/2014/main" id="{8293A5A7-6795-48C6-B3B2-0712899E0D6D}"/>
              </a:ext>
            </a:extLst>
          </p:cNvPr>
          <p:cNvSpPr>
            <a:spLocks xmlns:a="http://schemas.openxmlformats.org/drawingml/2006/main" noGrp="1"/>
          </p:cNvSpPr>
          <p:nvPr/>
        </p:nvSpPr>
        <p:spPr>
          <a:xfrm xmlns:a="http://schemas.openxmlformats.org/drawingml/2006/main">
            <a:off x="2952750" y="2419350"/>
            <a:ext cx="80486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24282C"/>
                </a:solidFill>
                <a:latin typeface="Arial"/>
                <a:ea typeface="Arial"/>
                <a:cs typeface="Arial"/>
              </a:defRPr>
            </a:defPPr>
            <a:lvl1pPr algn="l">
              <a:buNone/>
              <a:defRPr sz="1500" b="0">
                <a:solidFill>
                  <a:srgbClr val="24282C"/>
                </a:solidFill>
                <a:latin typeface="Arial"/>
                <a:ea typeface="Arial"/>
                <a:cs typeface="Arial"/>
              </a:defRPr>
            </a:lvl1pPr>
            <a:lvl2pPr algn="l">
              <a:buNone/>
              <a:defRPr sz="1500" b="0">
                <a:solidFill>
                  <a:srgbClr val="24282C"/>
                </a:solidFill>
                <a:latin typeface="Arial"/>
                <a:ea typeface="Arial"/>
                <a:cs typeface="Arial"/>
              </a:defRPr>
            </a:lvl2pPr>
            <a:lvl3pPr algn="l">
              <a:buNone/>
              <a:defRPr sz="1500" b="0">
                <a:solidFill>
                  <a:srgbClr val="24282C"/>
                </a:solidFill>
                <a:latin typeface="Arial"/>
                <a:ea typeface="Arial"/>
                <a:cs typeface="Arial"/>
              </a:defRPr>
            </a:lvl3pPr>
            <a:lvl4pPr algn="l">
              <a:buNone/>
              <a:defRPr sz="1500" b="0">
                <a:solidFill>
                  <a:srgbClr val="24282C"/>
                </a:solidFill>
                <a:latin typeface="Arial"/>
                <a:ea typeface="Arial"/>
                <a:cs typeface="Arial"/>
              </a:defRPr>
            </a:lvl4pPr>
            <a:lvl5pPr algn="l">
              <a:buNone/>
              <a:defRPr sz="1500" b="0">
                <a:solidFill>
                  <a:srgbClr val="24282C"/>
                </a:solidFill>
                <a:latin typeface="Arial"/>
                <a:ea typeface="Arial"/>
                <a:cs typeface="Arial"/>
              </a:defRPr>
            </a:lvl5pPr>
            <a:lvl6pPr algn="l">
              <a:buNone/>
              <a:defRPr sz="1500" b="0">
                <a:solidFill>
                  <a:srgbClr val="24282C"/>
                </a:solidFill>
                <a:latin typeface="Arial"/>
                <a:ea typeface="Arial"/>
                <a:cs typeface="Arial"/>
              </a:defRPr>
            </a:lvl6pPr>
            <a:lvl7pPr algn="l">
              <a:buNone/>
              <a:defRPr sz="1500" b="0">
                <a:solidFill>
                  <a:srgbClr val="24282C"/>
                </a:solidFill>
                <a:latin typeface="Arial"/>
                <a:ea typeface="Arial"/>
                <a:cs typeface="Arial"/>
              </a:defRPr>
            </a:lvl7pPr>
            <a:lvl8pPr algn="l">
              <a:buNone/>
              <a:defRPr sz="1500" b="0">
                <a:solidFill>
                  <a:srgbClr val="24282C"/>
                </a:solidFill>
                <a:latin typeface="Arial"/>
                <a:ea typeface="Arial"/>
                <a:cs typeface="Arial"/>
              </a:defRPr>
            </a:lvl8pPr>
            <a:lvl9pPr algn="l">
              <a:buNone/>
              <a:defRPr sz="1500" b="0">
                <a:solidFill>
                  <a:srgbClr val="24282C"/>
                </a:solidFill>
                <a:latin typeface="Arial"/>
                <a:ea typeface="Arial"/>
                <a:cs typeface="Arial"/>
              </a:defRPr>
            </a:lvl9pPr>
          </a:lstStyle>
          <a:p xmlns:a="http://schemas.openxmlformats.org/drawingml/2006/main">
            <a:pPr algn="l">
              <a:lnSpc>
                <a:spcPct val="105000"/>
              </a:lnSpc>
              <a:buNone/>
              <a:defRPr sz="1500" b="0">
                <a:solidFill>
                  <a:srgbClr val="24282C"/>
                </a:solidFill>
                <a:latin typeface="Arial"/>
                <a:ea typeface="Arial"/>
                <a:cs typeface="Arial"/>
              </a:defRPr>
            </a:pPr>
            <a:r>
              <a:rPr sz="1500" b="0">
                <a:solidFill>
                  <a:srgbClr val="24282C"/>
                </a:solidFill>
                <a:latin typeface="Times New Roman"/>
                <a:ea typeface="Times New Roman"/>
                <a:cs typeface="Times New Roman"/>
              </a:rPr>
              <a:t>Infected fleas, animal contact, and pneumonic plague droplets.</a:t>
            </a:r>
          </a:p>
        </p:txBody>
      </p:sp>
      <p:sp>
        <p:nvSpPr>
          <p:cNvPr id="9" name="矩形 8">
            <a:extLst xmlns:a="http://schemas.openxmlformats.org/drawingml/2006/main">
              <a:ext uri="{FF2B5EF4-FFF2-40B4-BE49-F238E27FC236}">
                <a16:creationId xmlns:a16="http://schemas.microsoft.com/office/drawing/2014/main" id="{A062EB7B-E0CE-43FF-9B22-E36138ABC740}"/>
              </a:ext>
            </a:extLst>
          </p:cNvPr>
          <p:cNvSpPr>
            <a:spLocks xmlns:a="http://schemas.openxmlformats.org/drawingml/2006/main" noGrp="1"/>
          </p:cNvSpPr>
          <p:nvPr/>
        </p:nvSpPr>
        <p:spPr>
          <a:xfrm xmlns:a="http://schemas.openxmlformats.org/drawingml/2006/main">
            <a:off x="590550" y="2990850"/>
            <a:ext cx="10429875" cy="9525"/>
          </a:xfrm>
          <a:prstGeom xmlns:a="http://schemas.openxmlformats.org/drawingml/2006/main" prst="rect">
            <a:avLst/>
          </a:prstGeom>
          <a:solidFill xmlns:a="http://schemas.openxmlformats.org/drawingml/2006/main">
            <a:srgbClr val="C8D0D5"/>
          </a:solidFill>
          <a:ln xmlns:a="http://schemas.openxmlformats.org/drawingml/2006/main" w="0">
            <a:noFill/>
            <a:prstDash val="solid"/>
          </a:ln>
        </p:spPr>
      </p:sp>
      <p:sp>
        <p:nvSpPr>
          <p:cNvPr id="10" name="矩形 9">
            <a:extLst xmlns:a="http://schemas.openxmlformats.org/drawingml/2006/main">
              <a:ext uri="{FF2B5EF4-FFF2-40B4-BE49-F238E27FC236}">
                <a16:creationId xmlns:a16="http://schemas.microsoft.com/office/drawing/2014/main" id="{DBBAA815-C32D-4F00-827D-AC22FF03D54D}"/>
              </a:ext>
            </a:extLst>
          </p:cNvPr>
          <p:cNvSpPr>
            <a:spLocks xmlns:a="http://schemas.openxmlformats.org/drawingml/2006/main" noGrp="1"/>
          </p:cNvSpPr>
          <p:nvPr/>
        </p:nvSpPr>
        <p:spPr>
          <a:xfrm xmlns:a="http://schemas.openxmlformats.org/drawingml/2006/main">
            <a:off x="590550" y="335280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200" b="1">
                <a:solidFill>
                  <a:srgbClr val="2878A5"/>
                </a:solidFill>
                <a:latin typeface="Arial"/>
                <a:ea typeface="Arial"/>
                <a:cs typeface="Arial"/>
              </a:defRPr>
            </a:defPPr>
            <a:lvl1pPr algn="l">
              <a:buNone/>
              <a:defRPr sz="1200" b="1">
                <a:solidFill>
                  <a:srgbClr val="2878A5"/>
                </a:solidFill>
                <a:latin typeface="Arial"/>
                <a:ea typeface="Arial"/>
                <a:cs typeface="Arial"/>
              </a:defRPr>
            </a:lvl1pPr>
            <a:lvl2pPr algn="l">
              <a:buNone/>
              <a:defRPr sz="1200" b="1">
                <a:solidFill>
                  <a:srgbClr val="2878A5"/>
                </a:solidFill>
                <a:latin typeface="Arial"/>
                <a:ea typeface="Arial"/>
                <a:cs typeface="Arial"/>
              </a:defRPr>
            </a:lvl2pPr>
            <a:lvl3pPr algn="l">
              <a:buNone/>
              <a:defRPr sz="1200" b="1">
                <a:solidFill>
                  <a:srgbClr val="2878A5"/>
                </a:solidFill>
                <a:latin typeface="Arial"/>
                <a:ea typeface="Arial"/>
                <a:cs typeface="Arial"/>
              </a:defRPr>
            </a:lvl3pPr>
            <a:lvl4pPr algn="l">
              <a:buNone/>
              <a:defRPr sz="1200" b="1">
                <a:solidFill>
                  <a:srgbClr val="2878A5"/>
                </a:solidFill>
                <a:latin typeface="Arial"/>
                <a:ea typeface="Arial"/>
                <a:cs typeface="Arial"/>
              </a:defRPr>
            </a:lvl4pPr>
            <a:lvl5pPr algn="l">
              <a:buNone/>
              <a:defRPr sz="1200" b="1">
                <a:solidFill>
                  <a:srgbClr val="2878A5"/>
                </a:solidFill>
                <a:latin typeface="Arial"/>
                <a:ea typeface="Arial"/>
                <a:cs typeface="Arial"/>
              </a:defRPr>
            </a:lvl5pPr>
            <a:lvl6pPr algn="l">
              <a:buNone/>
              <a:defRPr sz="1200" b="1">
                <a:solidFill>
                  <a:srgbClr val="2878A5"/>
                </a:solidFill>
                <a:latin typeface="Arial"/>
                <a:ea typeface="Arial"/>
                <a:cs typeface="Arial"/>
              </a:defRPr>
            </a:lvl6pPr>
            <a:lvl7pPr algn="l">
              <a:buNone/>
              <a:defRPr sz="1200" b="1">
                <a:solidFill>
                  <a:srgbClr val="2878A5"/>
                </a:solidFill>
                <a:latin typeface="Arial"/>
                <a:ea typeface="Arial"/>
                <a:cs typeface="Arial"/>
              </a:defRPr>
            </a:lvl7pPr>
            <a:lvl8pPr algn="l">
              <a:buNone/>
              <a:defRPr sz="1200" b="1">
                <a:solidFill>
                  <a:srgbClr val="2878A5"/>
                </a:solidFill>
                <a:latin typeface="Arial"/>
                <a:ea typeface="Arial"/>
                <a:cs typeface="Arial"/>
              </a:defRPr>
            </a:lvl8pPr>
            <a:lvl9pPr algn="l">
              <a:buNone/>
              <a:defRPr sz="1200" b="1">
                <a:solidFill>
                  <a:srgbClr val="2878A5"/>
                </a:solidFill>
                <a:latin typeface="Arial"/>
                <a:ea typeface="Arial"/>
                <a:cs typeface="Arial"/>
              </a:defRPr>
            </a:lvl9pPr>
          </a:lstStyle>
          <a:p xmlns:a="http://schemas.openxmlformats.org/drawingml/2006/main">
            <a:pPr algn="l">
              <a:lnSpc>
                <a:spcPct val="105000"/>
              </a:lnSpc>
              <a:buNone/>
              <a:defRPr sz="1200" b="1">
                <a:solidFill>
                  <a:srgbClr val="2878A5"/>
                </a:solidFill>
                <a:latin typeface="Arial"/>
                <a:ea typeface="Arial"/>
                <a:cs typeface="Arial"/>
              </a:defRPr>
            </a:pPr>
            <a:r>
              <a:rPr sz="1200" b="1">
                <a:solidFill>
                  <a:srgbClr val="2878A5"/>
                </a:solidFill>
                <a:latin typeface="Times New Roman"/>
                <a:ea typeface="Times New Roman"/>
                <a:cs typeface="Times New Roman"/>
              </a:rPr>
              <a:t>RESPONSE</a:t>
            </a:r>
          </a:p>
        </p:txBody>
      </p:sp>
      <p:sp>
        <p:nvSpPr>
          <p:cNvPr id="11" name="矩形 10">
            <a:extLst xmlns:a="http://schemas.openxmlformats.org/drawingml/2006/main">
              <a:ext uri="{FF2B5EF4-FFF2-40B4-BE49-F238E27FC236}">
                <a16:creationId xmlns:a16="http://schemas.microsoft.com/office/drawing/2014/main" id="{2B9FFFEB-7423-4905-98B4-EC6FD269EE10}"/>
              </a:ext>
            </a:extLst>
          </p:cNvPr>
          <p:cNvSpPr>
            <a:spLocks xmlns:a="http://schemas.openxmlformats.org/drawingml/2006/main" noGrp="1"/>
          </p:cNvSpPr>
          <p:nvPr/>
        </p:nvSpPr>
        <p:spPr>
          <a:xfrm xmlns:a="http://schemas.openxmlformats.org/drawingml/2006/main">
            <a:off x="2952750" y="3314700"/>
            <a:ext cx="80486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24282C"/>
                </a:solidFill>
                <a:latin typeface="Arial"/>
                <a:ea typeface="Arial"/>
                <a:cs typeface="Arial"/>
              </a:defRPr>
            </a:defPPr>
            <a:lvl1pPr algn="l">
              <a:buNone/>
              <a:defRPr sz="1500" b="0">
                <a:solidFill>
                  <a:srgbClr val="24282C"/>
                </a:solidFill>
                <a:latin typeface="Arial"/>
                <a:ea typeface="Arial"/>
                <a:cs typeface="Arial"/>
              </a:defRPr>
            </a:lvl1pPr>
            <a:lvl2pPr algn="l">
              <a:buNone/>
              <a:defRPr sz="1500" b="0">
                <a:solidFill>
                  <a:srgbClr val="24282C"/>
                </a:solidFill>
                <a:latin typeface="Arial"/>
                <a:ea typeface="Arial"/>
                <a:cs typeface="Arial"/>
              </a:defRPr>
            </a:lvl2pPr>
            <a:lvl3pPr algn="l">
              <a:buNone/>
              <a:defRPr sz="1500" b="0">
                <a:solidFill>
                  <a:srgbClr val="24282C"/>
                </a:solidFill>
                <a:latin typeface="Arial"/>
                <a:ea typeface="Arial"/>
                <a:cs typeface="Arial"/>
              </a:defRPr>
            </a:lvl3pPr>
            <a:lvl4pPr algn="l">
              <a:buNone/>
              <a:defRPr sz="1500" b="0">
                <a:solidFill>
                  <a:srgbClr val="24282C"/>
                </a:solidFill>
                <a:latin typeface="Arial"/>
                <a:ea typeface="Arial"/>
                <a:cs typeface="Arial"/>
              </a:defRPr>
            </a:lvl4pPr>
            <a:lvl5pPr algn="l">
              <a:buNone/>
              <a:defRPr sz="1500" b="0">
                <a:solidFill>
                  <a:srgbClr val="24282C"/>
                </a:solidFill>
                <a:latin typeface="Arial"/>
                <a:ea typeface="Arial"/>
                <a:cs typeface="Arial"/>
              </a:defRPr>
            </a:lvl5pPr>
            <a:lvl6pPr algn="l">
              <a:buNone/>
              <a:defRPr sz="1500" b="0">
                <a:solidFill>
                  <a:srgbClr val="24282C"/>
                </a:solidFill>
                <a:latin typeface="Arial"/>
                <a:ea typeface="Arial"/>
                <a:cs typeface="Arial"/>
              </a:defRPr>
            </a:lvl6pPr>
            <a:lvl7pPr algn="l">
              <a:buNone/>
              <a:defRPr sz="1500" b="0">
                <a:solidFill>
                  <a:srgbClr val="24282C"/>
                </a:solidFill>
                <a:latin typeface="Arial"/>
                <a:ea typeface="Arial"/>
                <a:cs typeface="Arial"/>
              </a:defRPr>
            </a:lvl7pPr>
            <a:lvl8pPr algn="l">
              <a:buNone/>
              <a:defRPr sz="1500" b="0">
                <a:solidFill>
                  <a:srgbClr val="24282C"/>
                </a:solidFill>
                <a:latin typeface="Arial"/>
                <a:ea typeface="Arial"/>
                <a:cs typeface="Arial"/>
              </a:defRPr>
            </a:lvl8pPr>
            <a:lvl9pPr algn="l">
              <a:buNone/>
              <a:defRPr sz="1500" b="0">
                <a:solidFill>
                  <a:srgbClr val="24282C"/>
                </a:solidFill>
                <a:latin typeface="Arial"/>
                <a:ea typeface="Arial"/>
                <a:cs typeface="Arial"/>
              </a:defRPr>
            </a:lvl9pPr>
          </a:lstStyle>
          <a:p xmlns:a="http://schemas.openxmlformats.org/drawingml/2006/main">
            <a:pPr algn="l">
              <a:lnSpc>
                <a:spcPct val="105000"/>
              </a:lnSpc>
              <a:buNone/>
              <a:defRPr sz="1500" b="0">
                <a:solidFill>
                  <a:srgbClr val="24282C"/>
                </a:solidFill>
                <a:latin typeface="Arial"/>
                <a:ea typeface="Arial"/>
                <a:cs typeface="Arial"/>
              </a:defRPr>
            </a:pPr>
            <a:r>
              <a:rPr sz="1500" b="0">
                <a:solidFill>
                  <a:srgbClr val="24282C"/>
                </a:solidFill>
                <a:latin typeface="Times New Roman"/>
                <a:ea typeface="Times New Roman"/>
                <a:cs typeface="Times New Roman"/>
              </a:rPr>
              <a:t>Early medical care and antibiotics can save lives.</a:t>
            </a:r>
          </a:p>
        </p:txBody>
      </p:sp>
      <p:sp>
        <p:nvSpPr>
          <p:cNvPr id="12" name="矩形 11">
            <a:extLst xmlns:a="http://schemas.openxmlformats.org/drawingml/2006/main">
              <a:ext uri="{FF2B5EF4-FFF2-40B4-BE49-F238E27FC236}">
                <a16:creationId xmlns:a16="http://schemas.microsoft.com/office/drawing/2014/main" id="{9FAF14B6-9462-42D7-8D4C-4202CF3BFADB}"/>
              </a:ext>
            </a:extLst>
          </p:cNvPr>
          <p:cNvSpPr>
            <a:spLocks xmlns:a="http://schemas.openxmlformats.org/drawingml/2006/main" noGrp="1"/>
          </p:cNvSpPr>
          <p:nvPr/>
        </p:nvSpPr>
        <p:spPr>
          <a:xfrm xmlns:a="http://schemas.openxmlformats.org/drawingml/2006/main">
            <a:off x="590550" y="3886200"/>
            <a:ext cx="10429875" cy="9525"/>
          </a:xfrm>
          <a:prstGeom xmlns:a="http://schemas.openxmlformats.org/drawingml/2006/main" prst="rect">
            <a:avLst/>
          </a:prstGeom>
          <a:solidFill xmlns:a="http://schemas.openxmlformats.org/drawingml/2006/main">
            <a:srgbClr val="C8D0D5"/>
          </a:solidFill>
          <a:ln xmlns:a="http://schemas.openxmlformats.org/drawingml/2006/main" w="0">
            <a:noFill/>
            <a:prstDash val="solid"/>
          </a:ln>
        </p:spPr>
      </p:sp>
      <p:sp>
        <p:nvSpPr>
          <p:cNvPr id="13" name="矩形 12">
            <a:extLst xmlns:a="http://schemas.openxmlformats.org/drawingml/2006/main">
              <a:ext uri="{FF2B5EF4-FFF2-40B4-BE49-F238E27FC236}">
                <a16:creationId xmlns:a16="http://schemas.microsoft.com/office/drawing/2014/main" id="{00B9277F-8030-453F-B83D-9B2047F9B4FE}"/>
              </a:ext>
            </a:extLst>
          </p:cNvPr>
          <p:cNvSpPr>
            <a:spLocks xmlns:a="http://schemas.openxmlformats.org/drawingml/2006/main" noGrp="1"/>
          </p:cNvSpPr>
          <p:nvPr/>
        </p:nvSpPr>
        <p:spPr>
          <a:xfrm xmlns:a="http://schemas.openxmlformats.org/drawingml/2006/main">
            <a:off x="590550" y="4248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defPPr algn="l">
              <a:defRPr sz="1200" b="1">
                <a:solidFill>
                  <a:srgbClr val="2878A5"/>
                </a:solidFill>
                <a:latin typeface="Arial"/>
                <a:ea typeface="Arial"/>
                <a:cs typeface="Arial"/>
              </a:defRPr>
            </a:defPPr>
            <a:lvl1pPr algn="l">
              <a:buNone/>
              <a:defRPr sz="1200" b="1">
                <a:solidFill>
                  <a:srgbClr val="2878A5"/>
                </a:solidFill>
                <a:latin typeface="Arial"/>
                <a:ea typeface="Arial"/>
                <a:cs typeface="Arial"/>
              </a:defRPr>
            </a:lvl1pPr>
            <a:lvl2pPr algn="l">
              <a:buNone/>
              <a:defRPr sz="1200" b="1">
                <a:solidFill>
                  <a:srgbClr val="2878A5"/>
                </a:solidFill>
                <a:latin typeface="Arial"/>
                <a:ea typeface="Arial"/>
                <a:cs typeface="Arial"/>
              </a:defRPr>
            </a:lvl2pPr>
            <a:lvl3pPr algn="l">
              <a:buNone/>
              <a:defRPr sz="1200" b="1">
                <a:solidFill>
                  <a:srgbClr val="2878A5"/>
                </a:solidFill>
                <a:latin typeface="Arial"/>
                <a:ea typeface="Arial"/>
                <a:cs typeface="Arial"/>
              </a:defRPr>
            </a:lvl3pPr>
            <a:lvl4pPr algn="l">
              <a:buNone/>
              <a:defRPr sz="1200" b="1">
                <a:solidFill>
                  <a:srgbClr val="2878A5"/>
                </a:solidFill>
                <a:latin typeface="Arial"/>
                <a:ea typeface="Arial"/>
                <a:cs typeface="Arial"/>
              </a:defRPr>
            </a:lvl4pPr>
            <a:lvl5pPr algn="l">
              <a:buNone/>
              <a:defRPr sz="1200" b="1">
                <a:solidFill>
                  <a:srgbClr val="2878A5"/>
                </a:solidFill>
                <a:latin typeface="Arial"/>
                <a:ea typeface="Arial"/>
                <a:cs typeface="Arial"/>
              </a:defRPr>
            </a:lvl5pPr>
            <a:lvl6pPr algn="l">
              <a:buNone/>
              <a:defRPr sz="1200" b="1">
                <a:solidFill>
                  <a:srgbClr val="2878A5"/>
                </a:solidFill>
                <a:latin typeface="Arial"/>
                <a:ea typeface="Arial"/>
                <a:cs typeface="Arial"/>
              </a:defRPr>
            </a:lvl6pPr>
            <a:lvl7pPr algn="l">
              <a:buNone/>
              <a:defRPr sz="1200" b="1">
                <a:solidFill>
                  <a:srgbClr val="2878A5"/>
                </a:solidFill>
                <a:latin typeface="Arial"/>
                <a:ea typeface="Arial"/>
                <a:cs typeface="Arial"/>
              </a:defRPr>
            </a:lvl7pPr>
            <a:lvl8pPr algn="l">
              <a:buNone/>
              <a:defRPr sz="1200" b="1">
                <a:solidFill>
                  <a:srgbClr val="2878A5"/>
                </a:solidFill>
                <a:latin typeface="Arial"/>
                <a:ea typeface="Arial"/>
                <a:cs typeface="Arial"/>
              </a:defRPr>
            </a:lvl8pPr>
            <a:lvl9pPr algn="l">
              <a:buNone/>
              <a:defRPr sz="1200" b="1">
                <a:solidFill>
                  <a:srgbClr val="2878A5"/>
                </a:solidFill>
                <a:latin typeface="Arial"/>
                <a:ea typeface="Arial"/>
                <a:cs typeface="Arial"/>
              </a:defRPr>
            </a:lvl9pPr>
          </a:lstStyle>
          <a:p xmlns:a="http://schemas.openxmlformats.org/drawingml/2006/main">
            <a:pPr algn="l">
              <a:lnSpc>
                <a:spcPct val="105000"/>
              </a:lnSpc>
              <a:buNone/>
              <a:defRPr sz="1200" b="1">
                <a:solidFill>
                  <a:srgbClr val="2878A5"/>
                </a:solidFill>
                <a:latin typeface="Arial"/>
                <a:ea typeface="Arial"/>
                <a:cs typeface="Arial"/>
              </a:defRPr>
            </a:pPr>
            <a:r>
              <a:rPr sz="1200" b="1">
                <a:solidFill>
                  <a:srgbClr val="2878A5"/>
                </a:solidFill>
                <a:latin typeface="Times New Roman"/>
                <a:ea typeface="Times New Roman"/>
                <a:cs typeface="Times New Roman"/>
              </a:rPr>
              <a:t>PREVENTION</a:t>
            </a:r>
          </a:p>
        </p:txBody>
      </p:sp>
      <p:sp>
        <p:nvSpPr>
          <p:cNvPr id="14" name="矩形 13">
            <a:extLst xmlns:a="http://schemas.openxmlformats.org/drawingml/2006/main">
              <a:ext uri="{FF2B5EF4-FFF2-40B4-BE49-F238E27FC236}">
                <a16:creationId xmlns:a16="http://schemas.microsoft.com/office/drawing/2014/main" id="{061D47B0-3BE8-4E05-AAC8-A6AD00C6F748}"/>
              </a:ext>
            </a:extLst>
          </p:cNvPr>
          <p:cNvSpPr>
            <a:spLocks xmlns:a="http://schemas.openxmlformats.org/drawingml/2006/main" noGrp="1"/>
          </p:cNvSpPr>
          <p:nvPr/>
        </p:nvSpPr>
        <p:spPr>
          <a:xfrm xmlns:a="http://schemas.openxmlformats.org/drawingml/2006/main">
            <a:off x="2952750" y="4210050"/>
            <a:ext cx="80486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24282C"/>
                </a:solidFill>
                <a:latin typeface="Arial"/>
                <a:ea typeface="Arial"/>
                <a:cs typeface="Arial"/>
              </a:defRPr>
            </a:defPPr>
            <a:lvl1pPr algn="l">
              <a:buNone/>
              <a:defRPr sz="1500" b="0">
                <a:solidFill>
                  <a:srgbClr val="24282C"/>
                </a:solidFill>
                <a:latin typeface="Arial"/>
                <a:ea typeface="Arial"/>
                <a:cs typeface="Arial"/>
              </a:defRPr>
            </a:lvl1pPr>
            <a:lvl2pPr algn="l">
              <a:buNone/>
              <a:defRPr sz="1500" b="0">
                <a:solidFill>
                  <a:srgbClr val="24282C"/>
                </a:solidFill>
                <a:latin typeface="Arial"/>
                <a:ea typeface="Arial"/>
                <a:cs typeface="Arial"/>
              </a:defRPr>
            </a:lvl2pPr>
            <a:lvl3pPr algn="l">
              <a:buNone/>
              <a:defRPr sz="1500" b="0">
                <a:solidFill>
                  <a:srgbClr val="24282C"/>
                </a:solidFill>
                <a:latin typeface="Arial"/>
                <a:ea typeface="Arial"/>
                <a:cs typeface="Arial"/>
              </a:defRPr>
            </a:lvl3pPr>
            <a:lvl4pPr algn="l">
              <a:buNone/>
              <a:defRPr sz="1500" b="0">
                <a:solidFill>
                  <a:srgbClr val="24282C"/>
                </a:solidFill>
                <a:latin typeface="Arial"/>
                <a:ea typeface="Arial"/>
                <a:cs typeface="Arial"/>
              </a:defRPr>
            </a:lvl4pPr>
            <a:lvl5pPr algn="l">
              <a:buNone/>
              <a:defRPr sz="1500" b="0">
                <a:solidFill>
                  <a:srgbClr val="24282C"/>
                </a:solidFill>
                <a:latin typeface="Arial"/>
                <a:ea typeface="Arial"/>
                <a:cs typeface="Arial"/>
              </a:defRPr>
            </a:lvl5pPr>
            <a:lvl6pPr algn="l">
              <a:buNone/>
              <a:defRPr sz="1500" b="0">
                <a:solidFill>
                  <a:srgbClr val="24282C"/>
                </a:solidFill>
                <a:latin typeface="Arial"/>
                <a:ea typeface="Arial"/>
                <a:cs typeface="Arial"/>
              </a:defRPr>
            </a:lvl6pPr>
            <a:lvl7pPr algn="l">
              <a:buNone/>
              <a:defRPr sz="1500" b="0">
                <a:solidFill>
                  <a:srgbClr val="24282C"/>
                </a:solidFill>
                <a:latin typeface="Arial"/>
                <a:ea typeface="Arial"/>
                <a:cs typeface="Arial"/>
              </a:defRPr>
            </a:lvl7pPr>
            <a:lvl8pPr algn="l">
              <a:buNone/>
              <a:defRPr sz="1500" b="0">
                <a:solidFill>
                  <a:srgbClr val="24282C"/>
                </a:solidFill>
                <a:latin typeface="Arial"/>
                <a:ea typeface="Arial"/>
                <a:cs typeface="Arial"/>
              </a:defRPr>
            </a:lvl8pPr>
            <a:lvl9pPr algn="l">
              <a:buNone/>
              <a:defRPr sz="1500" b="0">
                <a:solidFill>
                  <a:srgbClr val="24282C"/>
                </a:solidFill>
                <a:latin typeface="Arial"/>
                <a:ea typeface="Arial"/>
                <a:cs typeface="Arial"/>
              </a:defRPr>
            </a:lvl9pPr>
          </a:lstStyle>
          <a:p xmlns:a="http://schemas.openxmlformats.org/drawingml/2006/main">
            <a:pPr algn="l">
              <a:lnSpc>
                <a:spcPct val="105000"/>
              </a:lnSpc>
              <a:buNone/>
              <a:defRPr sz="1500" b="0">
                <a:solidFill>
                  <a:srgbClr val="24282C"/>
                </a:solidFill>
                <a:latin typeface="Arial"/>
                <a:ea typeface="Arial"/>
                <a:cs typeface="Arial"/>
              </a:defRPr>
            </a:pPr>
            <a:r>
              <a:rPr sz="1500" b="0">
                <a:solidFill>
                  <a:srgbClr val="24282C"/>
                </a:solidFill>
                <a:latin typeface="Times New Roman"/>
                <a:ea typeface="Times New Roman"/>
                <a:cs typeface="Times New Roman"/>
              </a:rPr>
              <a:t>Avoid risky animal contact and protect against flea bites.</a:t>
            </a:r>
          </a:p>
        </p:txBody>
      </p:sp>
      <p:sp>
        <p:nvSpPr>
          <p:cNvPr id="15" name="矩形 14">
            <a:extLst xmlns:a="http://schemas.openxmlformats.org/drawingml/2006/main">
              <a:ext uri="{FF2B5EF4-FFF2-40B4-BE49-F238E27FC236}">
                <a16:creationId xmlns:a16="http://schemas.microsoft.com/office/drawing/2014/main" id="{2CCF84E4-A2B6-4568-B294-34116E308647}"/>
              </a:ext>
            </a:extLst>
          </p:cNvPr>
          <p:cNvSpPr>
            <a:spLocks xmlns:a="http://schemas.openxmlformats.org/drawingml/2006/main" noGrp="1"/>
          </p:cNvSpPr>
          <p:nvPr/>
        </p:nvSpPr>
        <p:spPr>
          <a:xfrm xmlns:a="http://schemas.openxmlformats.org/drawingml/2006/main">
            <a:off x="590550" y="4781550"/>
            <a:ext cx="10429875" cy="9525"/>
          </a:xfrm>
          <a:prstGeom xmlns:a="http://schemas.openxmlformats.org/drawingml/2006/main" prst="rect">
            <a:avLst/>
          </a:prstGeom>
          <a:solidFill xmlns:a="http://schemas.openxmlformats.org/drawingml/2006/main">
            <a:srgbClr val="C8D0D5"/>
          </a:solidFill>
          <a:ln xmlns:a="http://schemas.openxmlformats.org/drawingml/2006/main" w="0">
            <a:noFill/>
            <a:prstDash val="solid"/>
          </a:ln>
        </p:spPr>
      </p:sp>
      <p:sp>
        <p:nvSpPr>
          <p:cNvPr id="16" name="矩形 15">
            <a:extLst xmlns:a="http://schemas.openxmlformats.org/drawingml/2006/main">
              <a:ext uri="{FF2B5EF4-FFF2-40B4-BE49-F238E27FC236}">
                <a16:creationId xmlns:a16="http://schemas.microsoft.com/office/drawing/2014/main" id="{BAA4A3F0-D05D-4741-95E0-0F37A9E0EDFC}"/>
              </a:ext>
            </a:extLst>
          </p:cNvPr>
          <p:cNvSpPr>
            <a:spLocks xmlns:a="http://schemas.openxmlformats.org/drawingml/2006/main" noGrp="1"/>
          </p:cNvSpPr>
          <p:nvPr/>
        </p:nvSpPr>
        <p:spPr>
          <a:xfrm xmlns:a="http://schemas.openxmlformats.org/drawingml/2006/main">
            <a:off x="590550" y="5391150"/>
            <a:ext cx="10429875" cy="762000"/>
          </a:xfrm>
          <a:prstGeom xmlns:a="http://schemas.openxmlformats.org/drawingml/2006/main" prst="rect">
            <a:avLst/>
          </a:prstGeom>
          <a:solidFill xmlns:a="http://schemas.openxmlformats.org/drawingml/2006/main">
            <a:srgbClr val="E7F0F5"/>
          </a:solidFill>
          <a:ln xmlns:a="http://schemas.openxmlformats.org/drawingml/2006/main" w="0">
            <a:noFill/>
            <a:prstDash val="solid"/>
          </a:ln>
        </p:spPr>
      </p:sp>
      <p:sp>
        <p:nvSpPr>
          <p:cNvPr id="17" name="矩形 16">
            <a:extLst xmlns:a="http://schemas.openxmlformats.org/drawingml/2006/main">
              <a:ext uri="{FF2B5EF4-FFF2-40B4-BE49-F238E27FC236}">
                <a16:creationId xmlns:a16="http://schemas.microsoft.com/office/drawing/2014/main" id="{3AB48F1C-829B-4969-96A3-013CE88AF730}"/>
              </a:ext>
            </a:extLst>
          </p:cNvPr>
          <p:cNvSpPr>
            <a:spLocks xmlns:a="http://schemas.openxmlformats.org/drawingml/2006/main" noGrp="1"/>
          </p:cNvSpPr>
          <p:nvPr/>
        </p:nvSpPr>
        <p:spPr>
          <a:xfrm xmlns:a="http://schemas.openxmlformats.org/drawingml/2006/main">
            <a:off x="838200" y="5581650"/>
            <a:ext cx="933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153A5B"/>
                </a:solidFill>
                <a:latin typeface="Arial"/>
                <a:ea typeface="Arial"/>
                <a:cs typeface="Arial"/>
              </a:defRPr>
            </a:defPPr>
            <a:lvl1pPr algn="l">
              <a:buNone/>
              <a:defRPr sz="1725" b="1">
                <a:solidFill>
                  <a:srgbClr val="153A5B"/>
                </a:solidFill>
                <a:latin typeface="Arial"/>
                <a:ea typeface="Arial"/>
                <a:cs typeface="Arial"/>
              </a:defRPr>
            </a:lvl1pPr>
            <a:lvl2pPr algn="l">
              <a:buNone/>
              <a:defRPr sz="1725" b="1">
                <a:solidFill>
                  <a:srgbClr val="153A5B"/>
                </a:solidFill>
                <a:latin typeface="Arial"/>
                <a:ea typeface="Arial"/>
                <a:cs typeface="Arial"/>
              </a:defRPr>
            </a:lvl2pPr>
            <a:lvl3pPr algn="l">
              <a:buNone/>
              <a:defRPr sz="1725" b="1">
                <a:solidFill>
                  <a:srgbClr val="153A5B"/>
                </a:solidFill>
                <a:latin typeface="Arial"/>
                <a:ea typeface="Arial"/>
                <a:cs typeface="Arial"/>
              </a:defRPr>
            </a:lvl3pPr>
            <a:lvl4pPr algn="l">
              <a:buNone/>
              <a:defRPr sz="1725" b="1">
                <a:solidFill>
                  <a:srgbClr val="153A5B"/>
                </a:solidFill>
                <a:latin typeface="Arial"/>
                <a:ea typeface="Arial"/>
                <a:cs typeface="Arial"/>
              </a:defRPr>
            </a:lvl4pPr>
            <a:lvl5pPr algn="l">
              <a:buNone/>
              <a:defRPr sz="1725" b="1">
                <a:solidFill>
                  <a:srgbClr val="153A5B"/>
                </a:solidFill>
                <a:latin typeface="Arial"/>
                <a:ea typeface="Arial"/>
                <a:cs typeface="Arial"/>
              </a:defRPr>
            </a:lvl5pPr>
            <a:lvl6pPr algn="l">
              <a:buNone/>
              <a:defRPr sz="1725" b="1">
                <a:solidFill>
                  <a:srgbClr val="153A5B"/>
                </a:solidFill>
                <a:latin typeface="Arial"/>
                <a:ea typeface="Arial"/>
                <a:cs typeface="Arial"/>
              </a:defRPr>
            </a:lvl6pPr>
            <a:lvl7pPr algn="l">
              <a:buNone/>
              <a:defRPr sz="1725" b="1">
                <a:solidFill>
                  <a:srgbClr val="153A5B"/>
                </a:solidFill>
                <a:latin typeface="Arial"/>
                <a:ea typeface="Arial"/>
                <a:cs typeface="Arial"/>
              </a:defRPr>
            </a:lvl7pPr>
            <a:lvl8pPr algn="l">
              <a:buNone/>
              <a:defRPr sz="1725" b="1">
                <a:solidFill>
                  <a:srgbClr val="153A5B"/>
                </a:solidFill>
                <a:latin typeface="Arial"/>
                <a:ea typeface="Arial"/>
                <a:cs typeface="Arial"/>
              </a:defRPr>
            </a:lvl8pPr>
            <a:lvl9pPr algn="l">
              <a:buNone/>
              <a:defRPr sz="1725" b="1">
                <a:solidFill>
                  <a:srgbClr val="153A5B"/>
                </a:solidFill>
                <a:latin typeface="Arial"/>
                <a:ea typeface="Arial"/>
                <a:cs typeface="Arial"/>
              </a:defRPr>
            </a:lvl9pPr>
          </a:lstStyle>
          <a:p xmlns:a="http://schemas.openxmlformats.org/drawingml/2006/main">
            <a:pPr algn="l">
              <a:lnSpc>
                <a:spcPct val="105000"/>
              </a:lnSpc>
              <a:buNone/>
              <a:defRPr sz="1725" b="1">
                <a:solidFill>
                  <a:srgbClr val="153A5B"/>
                </a:solidFill>
                <a:latin typeface="Arial"/>
                <a:ea typeface="Arial"/>
                <a:cs typeface="Arial"/>
              </a:defRPr>
            </a:pPr>
            <a:r>
              <a:rPr sz="1725" b="1">
                <a:solidFill>
                  <a:srgbClr val="153A5B"/>
                </a:solidFill>
                <a:latin typeface="Times New Roman"/>
                <a:ea typeface="Times New Roman"/>
                <a:cs typeface="Times New Roman"/>
              </a:rPr>
              <a:t>Thank you for listening!</a:t>
            </a:r>
          </a:p>
        </p:txBody>
      </p:sp>
      <p:sp>
        <p:nvSpPr>
          <p:cNvPr id="20" name="矩形 19">
            <a:extLst xmlns:a="http://schemas.openxmlformats.org/drawingml/2006/main">
              <a:ext uri="{FF2B5EF4-FFF2-40B4-BE49-F238E27FC236}">
                <a16:creationId xmlns:a16="http://schemas.microsoft.com/office/drawing/2014/main" id="{B7C73FB8-F013-4AE1-A92F-519F7D218AED}"/>
              </a:ext>
            </a:extLst>
          </p:cNvPr>
          <p:cNvSpPr>
            <a:spLocks xmlns:a="http://schemas.openxmlformats.org/drawingml/2006/main" noGrp="1"/>
          </p:cNvSpPr>
          <p:nvPr/>
        </p:nvSpPr>
        <p:spPr>
          <a:xfrm xmlns:a="http://schemas.openxmlformats.org/drawingml/2006/main">
            <a:off x="11096625" y="6534150"/>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675" b="0">
                <a:solidFill>
                  <a:srgbClr val="66717B"/>
                </a:solidFill>
                <a:latin typeface="Arial"/>
                <a:ea typeface="Arial"/>
                <a:cs typeface="Arial"/>
              </a:defRPr>
            </a:defPPr>
            <a:lvl1pPr algn="r">
              <a:buNone/>
              <a:defRPr sz="675" b="0">
                <a:solidFill>
                  <a:srgbClr val="66717B"/>
                </a:solidFill>
                <a:latin typeface="Arial"/>
                <a:ea typeface="Arial"/>
                <a:cs typeface="Arial"/>
              </a:defRPr>
            </a:lvl1pPr>
            <a:lvl2pPr algn="r">
              <a:buNone/>
              <a:defRPr sz="675" b="0">
                <a:solidFill>
                  <a:srgbClr val="66717B"/>
                </a:solidFill>
                <a:latin typeface="Arial"/>
                <a:ea typeface="Arial"/>
                <a:cs typeface="Arial"/>
              </a:defRPr>
            </a:lvl2pPr>
            <a:lvl3pPr algn="r">
              <a:buNone/>
              <a:defRPr sz="675" b="0">
                <a:solidFill>
                  <a:srgbClr val="66717B"/>
                </a:solidFill>
                <a:latin typeface="Arial"/>
                <a:ea typeface="Arial"/>
                <a:cs typeface="Arial"/>
              </a:defRPr>
            </a:lvl3pPr>
            <a:lvl4pPr algn="r">
              <a:buNone/>
              <a:defRPr sz="675" b="0">
                <a:solidFill>
                  <a:srgbClr val="66717B"/>
                </a:solidFill>
                <a:latin typeface="Arial"/>
                <a:ea typeface="Arial"/>
                <a:cs typeface="Arial"/>
              </a:defRPr>
            </a:lvl4pPr>
            <a:lvl5pPr algn="r">
              <a:buNone/>
              <a:defRPr sz="675" b="0">
                <a:solidFill>
                  <a:srgbClr val="66717B"/>
                </a:solidFill>
                <a:latin typeface="Arial"/>
                <a:ea typeface="Arial"/>
                <a:cs typeface="Arial"/>
              </a:defRPr>
            </a:lvl5pPr>
            <a:lvl6pPr algn="r">
              <a:buNone/>
              <a:defRPr sz="675" b="0">
                <a:solidFill>
                  <a:srgbClr val="66717B"/>
                </a:solidFill>
                <a:latin typeface="Arial"/>
                <a:ea typeface="Arial"/>
                <a:cs typeface="Arial"/>
              </a:defRPr>
            </a:lvl6pPr>
            <a:lvl7pPr algn="r">
              <a:buNone/>
              <a:defRPr sz="675" b="0">
                <a:solidFill>
                  <a:srgbClr val="66717B"/>
                </a:solidFill>
                <a:latin typeface="Arial"/>
                <a:ea typeface="Arial"/>
                <a:cs typeface="Arial"/>
              </a:defRPr>
            </a:lvl7pPr>
            <a:lvl8pPr algn="r">
              <a:buNone/>
              <a:defRPr sz="675" b="0">
                <a:solidFill>
                  <a:srgbClr val="66717B"/>
                </a:solidFill>
                <a:latin typeface="Arial"/>
                <a:ea typeface="Arial"/>
                <a:cs typeface="Arial"/>
              </a:defRPr>
            </a:lvl8pPr>
            <a:lvl9pPr algn="r">
              <a:buNone/>
              <a:defRPr sz="675" b="0">
                <a:solidFill>
                  <a:srgbClr val="66717B"/>
                </a:solidFill>
                <a:latin typeface="Arial"/>
                <a:ea typeface="Arial"/>
                <a:cs typeface="Arial"/>
              </a:defRPr>
            </a:lvl9pPr>
          </a:lstStyle>
          <a:p xmlns:a="http://schemas.openxmlformats.org/drawingml/2006/main">
            <a:pPr algn="r">
              <a:lnSpc>
                <a:spcPct val="105000"/>
              </a:lnSpc>
              <a:buNone/>
              <a:defRPr sz="675" b="0">
                <a:solidFill>
                  <a:srgbClr val="66717B"/>
                </a:solidFill>
                <a:latin typeface="Arial"/>
                <a:ea typeface="Arial"/>
                <a:cs typeface="Arial"/>
              </a:defRPr>
            </a:pPr>
            <a:r>
              <a:rPr sz="675" b="0">
                <a:solidFill>
                  <a:srgbClr val="66717B"/>
                </a:solidFill>
                <a:latin typeface="Times New Roman"/>
                <a:ea typeface="Times New Roman"/>
                <a:cs typeface="Times New Roman"/>
              </a:rPr>
              <a:t>6</a:t>
            </a:r>
          </a:p>
        </p:txBody>
      </p:sp>
    </p:spTree>
    <p:extLst>
      <p:ext uri="{BB962C8B-B14F-4D97-AF65-F5344CB8AC3E}">
        <p14:creationId xmlns:p14="http://schemas.microsoft.com/office/powerpoint/2010/main" val="70607461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2026-10-26T15:48:14.8630000Z</dcterms:created>
  <dcterms:modified xsi:type="dcterms:W3CDTF">2026-10-26T15:48:14.8630000Z</dcterms:modified>
</coreProperties>
</file>